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9" r:id="rId4"/>
    <p:sldId id="261" r:id="rId5"/>
    <p:sldId id="260" r:id="rId6"/>
    <p:sldId id="262" r:id="rId7"/>
    <p:sldId id="263" r:id="rId8"/>
    <p:sldId id="264" r:id="rId9"/>
    <p:sldId id="265" r:id="rId10"/>
    <p:sldId id="266" r:id="rId11"/>
    <p:sldId id="267"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6369A2-CA9F-41A4-A66C-7FC9CC50D412}" v="41" dt="2025-04-05T20:10:10.5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9" d="100"/>
          <a:sy n="79" d="100"/>
        </p:scale>
        <p:origin x="85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ithendra HS" userId="fbed575dba93ca78" providerId="LiveId" clId="{4A6369A2-CA9F-41A4-A66C-7FC9CC50D412}"/>
    <pc:docChg chg="undo custSel addSld delSld modSld">
      <pc:chgData name="Jithendra HS" userId="fbed575dba93ca78" providerId="LiveId" clId="{4A6369A2-CA9F-41A4-A66C-7FC9CC50D412}" dt="2025-04-07T17:47:21.877" v="1399" actId="20577"/>
      <pc:docMkLst>
        <pc:docMk/>
      </pc:docMkLst>
      <pc:sldChg chg="addSp delSp modSp mod">
        <pc:chgData name="Jithendra HS" userId="fbed575dba93ca78" providerId="LiveId" clId="{4A6369A2-CA9F-41A4-A66C-7FC9CC50D412}" dt="2025-04-07T17:47:21.877" v="1399" actId="20577"/>
        <pc:sldMkLst>
          <pc:docMk/>
          <pc:sldMk cId="1754270697" sldId="256"/>
        </pc:sldMkLst>
        <pc:spChg chg="mod">
          <ac:chgData name="Jithendra HS" userId="fbed575dba93ca78" providerId="LiveId" clId="{4A6369A2-CA9F-41A4-A66C-7FC9CC50D412}" dt="2025-04-07T17:47:21.877" v="1399" actId="20577"/>
          <ac:spMkLst>
            <pc:docMk/>
            <pc:sldMk cId="1754270697" sldId="256"/>
            <ac:spMk id="2" creationId="{308FDDE9-0BE1-38A5-3DFE-62651AB5313B}"/>
          </ac:spMkLst>
        </pc:spChg>
        <pc:picChg chg="add mod">
          <ac:chgData name="Jithendra HS" userId="fbed575dba93ca78" providerId="LiveId" clId="{4A6369A2-CA9F-41A4-A66C-7FC9CC50D412}" dt="2025-04-05T16:45:16.318" v="4"/>
          <ac:picMkLst>
            <pc:docMk/>
            <pc:sldMk cId="1754270697" sldId="256"/>
            <ac:picMk id="5" creationId="{27A23FDF-7555-F974-E0A4-48E0EEEDEC3B}"/>
          </ac:picMkLst>
        </pc:picChg>
        <pc:picChg chg="add mod">
          <ac:chgData name="Jithendra HS" userId="fbed575dba93ca78" providerId="LiveId" clId="{4A6369A2-CA9F-41A4-A66C-7FC9CC50D412}" dt="2025-04-05T16:45:16.318" v="4"/>
          <ac:picMkLst>
            <pc:docMk/>
            <pc:sldMk cId="1754270697" sldId="256"/>
            <ac:picMk id="7" creationId="{87E881DC-835A-24E8-857E-E8EBA8C8547B}"/>
          </ac:picMkLst>
        </pc:picChg>
      </pc:sldChg>
      <pc:sldChg chg="addSp modSp mod setBg">
        <pc:chgData name="Jithendra HS" userId="fbed575dba93ca78" providerId="LiveId" clId="{4A6369A2-CA9F-41A4-A66C-7FC9CC50D412}" dt="2025-04-05T17:57:12.688" v="347" actId="20577"/>
        <pc:sldMkLst>
          <pc:docMk/>
          <pc:sldMk cId="3735867581" sldId="257"/>
        </pc:sldMkLst>
        <pc:spChg chg="mod">
          <ac:chgData name="Jithendra HS" userId="fbed575dba93ca78" providerId="LiveId" clId="{4A6369A2-CA9F-41A4-A66C-7FC9CC50D412}" dt="2025-04-05T16:45:22.851" v="5" actId="26606"/>
          <ac:spMkLst>
            <pc:docMk/>
            <pc:sldMk cId="3735867581" sldId="257"/>
            <ac:spMk id="2" creationId="{D8C7BBCB-EAAB-E0D9-3DF9-185845A50697}"/>
          </ac:spMkLst>
        </pc:spChg>
        <pc:spChg chg="mod">
          <ac:chgData name="Jithendra HS" userId="fbed575dba93ca78" providerId="LiveId" clId="{4A6369A2-CA9F-41A4-A66C-7FC9CC50D412}" dt="2025-04-05T17:57:12.688" v="347" actId="20577"/>
          <ac:spMkLst>
            <pc:docMk/>
            <pc:sldMk cId="3735867581" sldId="257"/>
            <ac:spMk id="3" creationId="{7F2D3494-6F23-F5AC-876B-3E647ABBBED5}"/>
          </ac:spMkLst>
        </pc:spChg>
        <pc:spChg chg="add">
          <ac:chgData name="Jithendra HS" userId="fbed575dba93ca78" providerId="LiveId" clId="{4A6369A2-CA9F-41A4-A66C-7FC9CC50D412}" dt="2025-04-05T16:45:22.851" v="5" actId="26606"/>
          <ac:spMkLst>
            <pc:docMk/>
            <pc:sldMk cId="3735867581" sldId="257"/>
            <ac:spMk id="8" creationId="{6BFC9644-673A-459F-B3C5-9310A4E50E3B}"/>
          </ac:spMkLst>
        </pc:spChg>
        <pc:spChg chg="add">
          <ac:chgData name="Jithendra HS" userId="fbed575dba93ca78" providerId="LiveId" clId="{4A6369A2-CA9F-41A4-A66C-7FC9CC50D412}" dt="2025-04-05T16:45:22.851" v="5" actId="26606"/>
          <ac:spMkLst>
            <pc:docMk/>
            <pc:sldMk cId="3735867581" sldId="257"/>
            <ac:spMk id="39" creationId="{7D1C411D-0818-4640-8657-2AF78250C802}"/>
          </ac:spMkLst>
        </pc:spChg>
        <pc:grpChg chg="add">
          <ac:chgData name="Jithendra HS" userId="fbed575dba93ca78" providerId="LiveId" clId="{4A6369A2-CA9F-41A4-A66C-7FC9CC50D412}" dt="2025-04-05T16:45:22.851" v="5" actId="26606"/>
          <ac:grpSpMkLst>
            <pc:docMk/>
            <pc:sldMk cId="3735867581" sldId="257"/>
            <ac:grpSpMk id="10" creationId="{4ADB9295-9645-4BF2-ADFD-75800B7FAD06}"/>
          </ac:grpSpMkLst>
        </pc:grpChg>
      </pc:sldChg>
      <pc:sldChg chg="new del">
        <pc:chgData name="Jithendra HS" userId="fbed575dba93ca78" providerId="LiveId" clId="{4A6369A2-CA9F-41A4-A66C-7FC9CC50D412}" dt="2025-04-05T16:46:09.857" v="11" actId="47"/>
        <pc:sldMkLst>
          <pc:docMk/>
          <pc:sldMk cId="3845976121" sldId="258"/>
        </pc:sldMkLst>
      </pc:sldChg>
      <pc:sldChg chg="addSp delSp modSp add mod">
        <pc:chgData name="Jithendra HS" userId="fbed575dba93ca78" providerId="LiveId" clId="{4A6369A2-CA9F-41A4-A66C-7FC9CC50D412}" dt="2025-04-05T18:13:26.015" v="472" actId="14100"/>
        <pc:sldMkLst>
          <pc:docMk/>
          <pc:sldMk cId="2123244078" sldId="259"/>
        </pc:sldMkLst>
        <pc:spChg chg="mod">
          <ac:chgData name="Jithendra HS" userId="fbed575dba93ca78" providerId="LiveId" clId="{4A6369A2-CA9F-41A4-A66C-7FC9CC50D412}" dt="2025-04-05T17:36:22.734" v="92" actId="20577"/>
          <ac:spMkLst>
            <pc:docMk/>
            <pc:sldMk cId="2123244078" sldId="259"/>
            <ac:spMk id="2" creationId="{2DDB76A3-5651-13F7-50C7-59AAA4BE2E1C}"/>
          </ac:spMkLst>
        </pc:spChg>
        <pc:spChg chg="mod ord">
          <ac:chgData name="Jithendra HS" userId="fbed575dba93ca78" providerId="LiveId" clId="{4A6369A2-CA9F-41A4-A66C-7FC9CC50D412}" dt="2025-04-05T17:46:58.887" v="195" actId="207"/>
          <ac:spMkLst>
            <pc:docMk/>
            <pc:sldMk cId="2123244078" sldId="259"/>
            <ac:spMk id="6" creationId="{E7954356-990B-5D25-9229-822A043CD667}"/>
          </ac:spMkLst>
        </pc:spChg>
        <pc:spChg chg="mod ord">
          <ac:chgData name="Jithendra HS" userId="fbed575dba93ca78" providerId="LiveId" clId="{4A6369A2-CA9F-41A4-A66C-7FC9CC50D412}" dt="2025-04-05T18:13:08.815" v="466" actId="1076"/>
          <ac:spMkLst>
            <pc:docMk/>
            <pc:sldMk cId="2123244078" sldId="259"/>
            <ac:spMk id="7" creationId="{11CCA86E-2592-203C-E7DB-A1C1E5597D90}"/>
          </ac:spMkLst>
        </pc:spChg>
        <pc:spChg chg="add mod">
          <ac:chgData name="Jithendra HS" userId="fbed575dba93ca78" providerId="LiveId" clId="{4A6369A2-CA9F-41A4-A66C-7FC9CC50D412}" dt="2025-04-05T18:13:26.015" v="472" actId="14100"/>
          <ac:spMkLst>
            <pc:docMk/>
            <pc:sldMk cId="2123244078" sldId="259"/>
            <ac:spMk id="12" creationId="{4E724B85-8B48-A14F-8AFE-70FBAF85A8DD}"/>
          </ac:spMkLst>
        </pc:spChg>
        <pc:spChg chg="add mod">
          <ac:chgData name="Jithendra HS" userId="fbed575dba93ca78" providerId="LiveId" clId="{4A6369A2-CA9F-41A4-A66C-7FC9CC50D412}" dt="2025-04-05T17:47:49.547" v="266" actId="207"/>
          <ac:spMkLst>
            <pc:docMk/>
            <pc:sldMk cId="2123244078" sldId="259"/>
            <ac:spMk id="13" creationId="{6195EE7A-BE0B-3619-470F-2DF8EDDFDDAA}"/>
          </ac:spMkLst>
        </pc:spChg>
        <pc:picChg chg="add mod">
          <ac:chgData name="Jithendra HS" userId="fbed575dba93ca78" providerId="LiveId" clId="{4A6369A2-CA9F-41A4-A66C-7FC9CC50D412}" dt="2025-04-05T18:13:06.398" v="465" actId="1076"/>
          <ac:picMkLst>
            <pc:docMk/>
            <pc:sldMk cId="2123244078" sldId="259"/>
            <ac:picMk id="10" creationId="{4036D466-E6D8-B0FD-8425-BC979B10E4CB}"/>
          </ac:picMkLst>
        </pc:picChg>
        <pc:picChg chg="add mod">
          <ac:chgData name="Jithendra HS" userId="fbed575dba93ca78" providerId="LiveId" clId="{4A6369A2-CA9F-41A4-A66C-7FC9CC50D412}" dt="2025-04-05T18:13:15.861" v="469" actId="1076"/>
          <ac:picMkLst>
            <pc:docMk/>
            <pc:sldMk cId="2123244078" sldId="259"/>
            <ac:picMk id="11" creationId="{D7BA43EF-0DF9-052D-E36A-3FC86B6FB3B8}"/>
          </ac:picMkLst>
        </pc:picChg>
      </pc:sldChg>
      <pc:sldChg chg="addSp delSp modSp add mod">
        <pc:chgData name="Jithendra HS" userId="fbed575dba93ca78" providerId="LiveId" clId="{4A6369A2-CA9F-41A4-A66C-7FC9CC50D412}" dt="2025-04-05T18:11:39.659" v="428" actId="20577"/>
        <pc:sldMkLst>
          <pc:docMk/>
          <pc:sldMk cId="3258363807" sldId="260"/>
        </pc:sldMkLst>
        <pc:spChg chg="add mod">
          <ac:chgData name="Jithendra HS" userId="fbed575dba93ca78" providerId="LiveId" clId="{4A6369A2-CA9F-41A4-A66C-7FC9CC50D412}" dt="2025-04-05T17:37:39.439" v="113" actId="1076"/>
          <ac:spMkLst>
            <pc:docMk/>
            <pc:sldMk cId="3258363807" sldId="260"/>
            <ac:spMk id="7" creationId="{7993E5E5-2ADE-70D1-42A2-DC360E902028}"/>
          </ac:spMkLst>
        </pc:spChg>
        <pc:spChg chg="add mod">
          <ac:chgData name="Jithendra HS" userId="fbed575dba93ca78" providerId="LiveId" clId="{4A6369A2-CA9F-41A4-A66C-7FC9CC50D412}" dt="2025-04-05T17:38:00.727" v="120" actId="1076"/>
          <ac:spMkLst>
            <pc:docMk/>
            <pc:sldMk cId="3258363807" sldId="260"/>
            <ac:spMk id="8" creationId="{90B343CC-6E78-892C-CD5A-32B0C1C2DFC9}"/>
          </ac:spMkLst>
        </pc:spChg>
        <pc:spChg chg="add mod">
          <ac:chgData name="Jithendra HS" userId="fbed575dba93ca78" providerId="LiveId" clId="{4A6369A2-CA9F-41A4-A66C-7FC9CC50D412}" dt="2025-04-05T18:11:39.659" v="428" actId="20577"/>
          <ac:spMkLst>
            <pc:docMk/>
            <pc:sldMk cId="3258363807" sldId="260"/>
            <ac:spMk id="9" creationId="{DBAF5B86-EAD4-F6CA-A35D-AE43A82A3B6F}"/>
          </ac:spMkLst>
        </pc:spChg>
        <pc:spChg chg="add mod">
          <ac:chgData name="Jithendra HS" userId="fbed575dba93ca78" providerId="LiveId" clId="{4A6369A2-CA9F-41A4-A66C-7FC9CC50D412}" dt="2025-04-05T17:39:29.660" v="149" actId="208"/>
          <ac:spMkLst>
            <pc:docMk/>
            <pc:sldMk cId="3258363807" sldId="260"/>
            <ac:spMk id="10" creationId="{06257ED1-F95A-9D7D-5113-659546376AD5}"/>
          </ac:spMkLst>
        </pc:spChg>
        <pc:spChg chg="add mod">
          <ac:chgData name="Jithendra HS" userId="fbed575dba93ca78" providerId="LiveId" clId="{4A6369A2-CA9F-41A4-A66C-7FC9CC50D412}" dt="2025-04-05T17:41:02.359" v="158" actId="14100"/>
          <ac:spMkLst>
            <pc:docMk/>
            <pc:sldMk cId="3258363807" sldId="260"/>
            <ac:spMk id="11" creationId="{6B5BB0DB-9BA4-15C0-22FA-0422EC1BF45E}"/>
          </ac:spMkLst>
        </pc:spChg>
        <pc:spChg chg="add mod">
          <ac:chgData name="Jithendra HS" userId="fbed575dba93ca78" providerId="LiveId" clId="{4A6369A2-CA9F-41A4-A66C-7FC9CC50D412}" dt="2025-04-05T17:40:46.436" v="156" actId="208"/>
          <ac:spMkLst>
            <pc:docMk/>
            <pc:sldMk cId="3258363807" sldId="260"/>
            <ac:spMk id="12" creationId="{86096198-EEA1-600C-EAA8-AFE9CE7BF94B}"/>
          </ac:spMkLst>
        </pc:spChg>
        <pc:picChg chg="add mod">
          <ac:chgData name="Jithendra HS" userId="fbed575dba93ca78" providerId="LiveId" clId="{4A6369A2-CA9F-41A4-A66C-7FC9CC50D412}" dt="2025-04-05T17:36:01.056" v="79" actId="1076"/>
          <ac:picMkLst>
            <pc:docMk/>
            <pc:sldMk cId="3258363807" sldId="260"/>
            <ac:picMk id="4" creationId="{ED150BC0-935B-D211-A0B0-7FD815FDBAA2}"/>
          </ac:picMkLst>
        </pc:picChg>
      </pc:sldChg>
      <pc:sldChg chg="addSp delSp modSp add del mod">
        <pc:chgData name="Jithendra HS" userId="fbed575dba93ca78" providerId="LiveId" clId="{4A6369A2-CA9F-41A4-A66C-7FC9CC50D412}" dt="2025-04-05T17:37:03.547" v="101" actId="47"/>
        <pc:sldMkLst>
          <pc:docMk/>
          <pc:sldMk cId="1329014244" sldId="261"/>
        </pc:sldMkLst>
      </pc:sldChg>
      <pc:sldChg chg="addSp delSp modSp new mod">
        <pc:chgData name="Jithendra HS" userId="fbed575dba93ca78" providerId="LiveId" clId="{4A6369A2-CA9F-41A4-A66C-7FC9CC50D412}" dt="2025-04-05T17:55:25.856" v="332" actId="14100"/>
        <pc:sldMkLst>
          <pc:docMk/>
          <pc:sldMk cId="1738256800" sldId="261"/>
        </pc:sldMkLst>
        <pc:spChg chg="mod">
          <ac:chgData name="Jithendra HS" userId="fbed575dba93ca78" providerId="LiveId" clId="{4A6369A2-CA9F-41A4-A66C-7FC9CC50D412}" dt="2025-04-05T17:48:21.526" v="305" actId="14100"/>
          <ac:spMkLst>
            <pc:docMk/>
            <pc:sldMk cId="1738256800" sldId="261"/>
            <ac:spMk id="2" creationId="{65831E03-93C3-C6B2-9B84-0499AB012658}"/>
          </ac:spMkLst>
        </pc:spChg>
        <pc:spChg chg="add mod">
          <ac:chgData name="Jithendra HS" userId="fbed575dba93ca78" providerId="LiveId" clId="{4A6369A2-CA9F-41A4-A66C-7FC9CC50D412}" dt="2025-04-05T17:55:25.856" v="332" actId="14100"/>
          <ac:spMkLst>
            <pc:docMk/>
            <pc:sldMk cId="1738256800" sldId="261"/>
            <ac:spMk id="10" creationId="{40379552-1E6B-64A6-CECB-8AE42B86CBC4}"/>
          </ac:spMkLst>
        </pc:spChg>
        <pc:spChg chg="add mod">
          <ac:chgData name="Jithendra HS" userId="fbed575dba93ca78" providerId="LiveId" clId="{4A6369A2-CA9F-41A4-A66C-7FC9CC50D412}" dt="2025-04-05T17:55:17.934" v="330" actId="14100"/>
          <ac:spMkLst>
            <pc:docMk/>
            <pc:sldMk cId="1738256800" sldId="261"/>
            <ac:spMk id="11" creationId="{20108D12-1869-AEC9-85C0-3547D4F9F35F}"/>
          </ac:spMkLst>
        </pc:spChg>
        <pc:picChg chg="add mod">
          <ac:chgData name="Jithendra HS" userId="fbed575dba93ca78" providerId="LiveId" clId="{4A6369A2-CA9F-41A4-A66C-7FC9CC50D412}" dt="2025-04-05T17:54:02.184" v="314" actId="1076"/>
          <ac:picMkLst>
            <pc:docMk/>
            <pc:sldMk cId="1738256800" sldId="261"/>
            <ac:picMk id="7" creationId="{7BFB336C-2212-68A2-9FE9-93275EEB09F2}"/>
          </ac:picMkLst>
        </pc:picChg>
        <pc:picChg chg="add mod">
          <ac:chgData name="Jithendra HS" userId="fbed575dba93ca78" providerId="LiveId" clId="{4A6369A2-CA9F-41A4-A66C-7FC9CC50D412}" dt="2025-04-05T17:55:06.193" v="327" actId="1076"/>
          <ac:picMkLst>
            <pc:docMk/>
            <pc:sldMk cId="1738256800" sldId="261"/>
            <ac:picMk id="9" creationId="{E9D6FFB4-A08C-FB39-FD25-E00FBE49DC8F}"/>
          </ac:picMkLst>
        </pc:picChg>
      </pc:sldChg>
      <pc:sldChg chg="addSp delSp modSp new mod">
        <pc:chgData name="Jithendra HS" userId="fbed575dba93ca78" providerId="LiveId" clId="{4A6369A2-CA9F-41A4-A66C-7FC9CC50D412}" dt="2025-04-05T18:12:28.839" v="458" actId="1076"/>
        <pc:sldMkLst>
          <pc:docMk/>
          <pc:sldMk cId="3738215544" sldId="262"/>
        </pc:sldMkLst>
        <pc:spChg chg="mod">
          <ac:chgData name="Jithendra HS" userId="fbed575dba93ca78" providerId="LiveId" clId="{4A6369A2-CA9F-41A4-A66C-7FC9CC50D412}" dt="2025-04-05T17:57:33.687" v="354" actId="27636"/>
          <ac:spMkLst>
            <pc:docMk/>
            <pc:sldMk cId="3738215544" sldId="262"/>
            <ac:spMk id="2" creationId="{ED4F9ABB-056B-7FB7-CCAE-A899599C7D42}"/>
          </ac:spMkLst>
        </pc:spChg>
        <pc:spChg chg="add mod">
          <ac:chgData name="Jithendra HS" userId="fbed575dba93ca78" providerId="LiveId" clId="{4A6369A2-CA9F-41A4-A66C-7FC9CC50D412}" dt="2025-04-05T18:08:25.303" v="371" actId="14100"/>
          <ac:spMkLst>
            <pc:docMk/>
            <pc:sldMk cId="3738215544" sldId="262"/>
            <ac:spMk id="10" creationId="{87FB5897-AB90-A53D-FF35-CB772B2BEB25}"/>
          </ac:spMkLst>
        </pc:spChg>
        <pc:spChg chg="add mod ord">
          <ac:chgData name="Jithendra HS" userId="fbed575dba93ca78" providerId="LiveId" clId="{4A6369A2-CA9F-41A4-A66C-7FC9CC50D412}" dt="2025-04-05T18:10:18.024" v="385" actId="14100"/>
          <ac:spMkLst>
            <pc:docMk/>
            <pc:sldMk cId="3738215544" sldId="262"/>
            <ac:spMk id="11" creationId="{6E3BC091-6C22-8B8D-BBB7-D078A7F144A8}"/>
          </ac:spMkLst>
        </pc:spChg>
        <pc:spChg chg="add mod">
          <ac:chgData name="Jithendra HS" userId="fbed575dba93ca78" providerId="LiveId" clId="{4A6369A2-CA9F-41A4-A66C-7FC9CC50D412}" dt="2025-04-05T18:10:53.967" v="411" actId="1076"/>
          <ac:spMkLst>
            <pc:docMk/>
            <pc:sldMk cId="3738215544" sldId="262"/>
            <ac:spMk id="14" creationId="{1707DC3F-1CAF-BF37-0363-94FE53AF5892}"/>
          </ac:spMkLst>
        </pc:spChg>
        <pc:spChg chg="add mod">
          <ac:chgData name="Jithendra HS" userId="fbed575dba93ca78" providerId="LiveId" clId="{4A6369A2-CA9F-41A4-A66C-7FC9CC50D412}" dt="2025-04-05T18:11:15.224" v="423" actId="20577"/>
          <ac:spMkLst>
            <pc:docMk/>
            <pc:sldMk cId="3738215544" sldId="262"/>
            <ac:spMk id="15" creationId="{49E5FDFE-E672-6F89-6AA1-C4F65C349FC0}"/>
          </ac:spMkLst>
        </pc:spChg>
        <pc:spChg chg="add mod">
          <ac:chgData name="Jithendra HS" userId="fbed575dba93ca78" providerId="LiveId" clId="{4A6369A2-CA9F-41A4-A66C-7FC9CC50D412}" dt="2025-04-05T18:12:28.839" v="458" actId="1076"/>
          <ac:spMkLst>
            <pc:docMk/>
            <pc:sldMk cId="3738215544" sldId="262"/>
            <ac:spMk id="16" creationId="{77E30461-EB11-201B-693D-C178F350488E}"/>
          </ac:spMkLst>
        </pc:spChg>
        <pc:spChg chg="add mod">
          <ac:chgData name="Jithendra HS" userId="fbed575dba93ca78" providerId="LiveId" clId="{4A6369A2-CA9F-41A4-A66C-7FC9CC50D412}" dt="2025-04-05T18:12:24.880" v="457" actId="1076"/>
          <ac:spMkLst>
            <pc:docMk/>
            <pc:sldMk cId="3738215544" sldId="262"/>
            <ac:spMk id="17" creationId="{F0010184-B478-3F9C-5DA6-A0977D29DE4A}"/>
          </ac:spMkLst>
        </pc:spChg>
        <pc:picChg chg="add mod">
          <ac:chgData name="Jithendra HS" userId="fbed575dba93ca78" providerId="LiveId" clId="{4A6369A2-CA9F-41A4-A66C-7FC9CC50D412}" dt="2025-04-05T18:07:10.063" v="363" actId="1076"/>
          <ac:picMkLst>
            <pc:docMk/>
            <pc:sldMk cId="3738215544" sldId="262"/>
            <ac:picMk id="5" creationId="{2560B156-A482-7A2B-170F-83764E09CC37}"/>
          </ac:picMkLst>
        </pc:picChg>
        <pc:picChg chg="add mod">
          <ac:chgData name="Jithendra HS" userId="fbed575dba93ca78" providerId="LiveId" clId="{4A6369A2-CA9F-41A4-A66C-7FC9CC50D412}" dt="2025-04-05T18:10:00.285" v="380" actId="14100"/>
          <ac:picMkLst>
            <pc:docMk/>
            <pc:sldMk cId="3738215544" sldId="262"/>
            <ac:picMk id="13" creationId="{D9373DE3-DD6A-2E2F-AE68-748F48B57548}"/>
          </ac:picMkLst>
        </pc:picChg>
      </pc:sldChg>
      <pc:sldChg chg="addSp delSp modSp new mod">
        <pc:chgData name="Jithendra HS" userId="fbed575dba93ca78" providerId="LiveId" clId="{4A6369A2-CA9F-41A4-A66C-7FC9CC50D412}" dt="2025-04-05T18:32:07.705" v="563" actId="1076"/>
        <pc:sldMkLst>
          <pc:docMk/>
          <pc:sldMk cId="1065376545" sldId="263"/>
        </pc:sldMkLst>
        <pc:spChg chg="mod">
          <ac:chgData name="Jithendra HS" userId="fbed575dba93ca78" providerId="LiveId" clId="{4A6369A2-CA9F-41A4-A66C-7FC9CC50D412}" dt="2025-04-05T18:32:07.705" v="563" actId="1076"/>
          <ac:spMkLst>
            <pc:docMk/>
            <pc:sldMk cId="1065376545" sldId="263"/>
            <ac:spMk id="2" creationId="{EC003A1A-5942-ECCE-453A-A7394FE1CA7C}"/>
          </ac:spMkLst>
        </pc:spChg>
        <pc:spChg chg="add mod">
          <ac:chgData name="Jithendra HS" userId="fbed575dba93ca78" providerId="LiveId" clId="{4A6369A2-CA9F-41A4-A66C-7FC9CC50D412}" dt="2025-04-05T18:29:19.495" v="532" actId="14100"/>
          <ac:spMkLst>
            <pc:docMk/>
            <pc:sldMk cId="1065376545" sldId="263"/>
            <ac:spMk id="12" creationId="{14E2BC7B-8DF2-4E5E-FC7C-F365FBE1B151}"/>
          </ac:spMkLst>
        </pc:spChg>
        <pc:spChg chg="add mod">
          <ac:chgData name="Jithendra HS" userId="fbed575dba93ca78" providerId="LiveId" clId="{4A6369A2-CA9F-41A4-A66C-7FC9CC50D412}" dt="2025-04-05T18:29:29.736" v="534" actId="1076"/>
          <ac:spMkLst>
            <pc:docMk/>
            <pc:sldMk cId="1065376545" sldId="263"/>
            <ac:spMk id="13" creationId="{A5A94B54-0171-524F-15AE-6BF82C9E77B8}"/>
          </ac:spMkLst>
        </pc:spChg>
        <pc:spChg chg="add mod">
          <ac:chgData name="Jithendra HS" userId="fbed575dba93ca78" providerId="LiveId" clId="{4A6369A2-CA9F-41A4-A66C-7FC9CC50D412}" dt="2025-04-05T18:29:43.804" v="537" actId="208"/>
          <ac:spMkLst>
            <pc:docMk/>
            <pc:sldMk cId="1065376545" sldId="263"/>
            <ac:spMk id="14" creationId="{EC158216-140C-302F-FD97-60121E59EAA5}"/>
          </ac:spMkLst>
        </pc:spChg>
        <pc:spChg chg="add mod">
          <ac:chgData name="Jithendra HS" userId="fbed575dba93ca78" providerId="LiveId" clId="{4A6369A2-CA9F-41A4-A66C-7FC9CC50D412}" dt="2025-04-05T18:29:55.496" v="540" actId="14100"/>
          <ac:spMkLst>
            <pc:docMk/>
            <pc:sldMk cId="1065376545" sldId="263"/>
            <ac:spMk id="15" creationId="{25EF0C0B-3C15-9E0D-9AA0-E6AD86A21586}"/>
          </ac:spMkLst>
        </pc:spChg>
        <pc:spChg chg="add mod">
          <ac:chgData name="Jithendra HS" userId="fbed575dba93ca78" providerId="LiveId" clId="{4A6369A2-CA9F-41A4-A66C-7FC9CC50D412}" dt="2025-04-05T18:31:11.759" v="561" actId="1076"/>
          <ac:spMkLst>
            <pc:docMk/>
            <pc:sldMk cId="1065376545" sldId="263"/>
            <ac:spMk id="16" creationId="{1BB7FB64-0CF3-2B60-D334-5E9CA746469F}"/>
          </ac:spMkLst>
        </pc:spChg>
        <pc:spChg chg="add">
          <ac:chgData name="Jithendra HS" userId="fbed575dba93ca78" providerId="LiveId" clId="{4A6369A2-CA9F-41A4-A66C-7FC9CC50D412}" dt="2025-04-05T18:31:36.044" v="562" actId="11529"/>
          <ac:spMkLst>
            <pc:docMk/>
            <pc:sldMk cId="1065376545" sldId="263"/>
            <ac:spMk id="17" creationId="{070E8B3C-79B4-5D2C-8AA9-29418AE58C75}"/>
          </ac:spMkLst>
        </pc:spChg>
        <pc:picChg chg="add mod">
          <ac:chgData name="Jithendra HS" userId="fbed575dba93ca78" providerId="LiveId" clId="{4A6369A2-CA9F-41A4-A66C-7FC9CC50D412}" dt="2025-04-05T18:27:18.846" v="518" actId="1076"/>
          <ac:picMkLst>
            <pc:docMk/>
            <pc:sldMk cId="1065376545" sldId="263"/>
            <ac:picMk id="5" creationId="{C12AB1D1-72AF-EF5D-2D56-6938826467C5}"/>
          </ac:picMkLst>
        </pc:picChg>
        <pc:picChg chg="add mod">
          <ac:chgData name="Jithendra HS" userId="fbed575dba93ca78" providerId="LiveId" clId="{4A6369A2-CA9F-41A4-A66C-7FC9CC50D412}" dt="2025-04-05T18:27:17.222" v="517" actId="1076"/>
          <ac:picMkLst>
            <pc:docMk/>
            <pc:sldMk cId="1065376545" sldId="263"/>
            <ac:picMk id="7" creationId="{82364B24-25CA-5364-FF0B-FB26C802E84E}"/>
          </ac:picMkLst>
        </pc:picChg>
        <pc:picChg chg="add mod">
          <ac:chgData name="Jithendra HS" userId="fbed575dba93ca78" providerId="LiveId" clId="{4A6369A2-CA9F-41A4-A66C-7FC9CC50D412}" dt="2025-04-05T18:28:04.350" v="520" actId="1076"/>
          <ac:picMkLst>
            <pc:docMk/>
            <pc:sldMk cId="1065376545" sldId="263"/>
            <ac:picMk id="9" creationId="{2C159130-2939-9806-41D4-0164F59D1E51}"/>
          </ac:picMkLst>
        </pc:picChg>
        <pc:picChg chg="add mod">
          <ac:chgData name="Jithendra HS" userId="fbed575dba93ca78" providerId="LiveId" clId="{4A6369A2-CA9F-41A4-A66C-7FC9CC50D412}" dt="2025-04-05T18:28:38.558" v="524" actId="14100"/>
          <ac:picMkLst>
            <pc:docMk/>
            <pc:sldMk cId="1065376545" sldId="263"/>
            <ac:picMk id="11" creationId="{076827CF-7045-77D2-6483-F4954D9D8C08}"/>
          </ac:picMkLst>
        </pc:picChg>
      </pc:sldChg>
      <pc:sldChg chg="addSp delSp modSp new mod">
        <pc:chgData name="Jithendra HS" userId="fbed575dba93ca78" providerId="LiveId" clId="{4A6369A2-CA9F-41A4-A66C-7FC9CC50D412}" dt="2025-04-05T19:19:40.360" v="1032" actId="20577"/>
        <pc:sldMkLst>
          <pc:docMk/>
          <pc:sldMk cId="3051345755" sldId="264"/>
        </pc:sldMkLst>
        <pc:spChg chg="mod">
          <ac:chgData name="Jithendra HS" userId="fbed575dba93ca78" providerId="LiveId" clId="{4A6369A2-CA9F-41A4-A66C-7FC9CC50D412}" dt="2025-04-05T18:47:14.438" v="676" actId="1076"/>
          <ac:spMkLst>
            <pc:docMk/>
            <pc:sldMk cId="3051345755" sldId="264"/>
            <ac:spMk id="2" creationId="{53C91B1D-E910-2BCA-731C-1B7B83B9328B}"/>
          </ac:spMkLst>
        </pc:spChg>
        <pc:spChg chg="add mod">
          <ac:chgData name="Jithendra HS" userId="fbed575dba93ca78" providerId="LiveId" clId="{4A6369A2-CA9F-41A4-A66C-7FC9CC50D412}" dt="2025-04-05T18:45:55.647" v="619" actId="1076"/>
          <ac:spMkLst>
            <pc:docMk/>
            <pc:sldMk cId="3051345755" sldId="264"/>
            <ac:spMk id="8" creationId="{877FEE61-2591-CA2E-F59E-18EE6873C7E9}"/>
          </ac:spMkLst>
        </pc:spChg>
        <pc:spChg chg="add mod">
          <ac:chgData name="Jithendra HS" userId="fbed575dba93ca78" providerId="LiveId" clId="{4A6369A2-CA9F-41A4-A66C-7FC9CC50D412}" dt="2025-04-05T18:46:12.038" v="632" actId="1076"/>
          <ac:spMkLst>
            <pc:docMk/>
            <pc:sldMk cId="3051345755" sldId="264"/>
            <ac:spMk id="9" creationId="{3CC16789-6DB5-BA48-9A87-B11E1D2B8156}"/>
          </ac:spMkLst>
        </pc:spChg>
        <pc:spChg chg="add mod">
          <ac:chgData name="Jithendra HS" userId="fbed575dba93ca78" providerId="LiveId" clId="{4A6369A2-CA9F-41A4-A66C-7FC9CC50D412}" dt="2025-04-05T19:19:40.360" v="1032" actId="20577"/>
          <ac:spMkLst>
            <pc:docMk/>
            <pc:sldMk cId="3051345755" sldId="264"/>
            <ac:spMk id="10" creationId="{1832484D-AE09-CE9E-2A97-5C93C5A09562}"/>
          </ac:spMkLst>
        </pc:spChg>
        <pc:spChg chg="add mod">
          <ac:chgData name="Jithendra HS" userId="fbed575dba93ca78" providerId="LiveId" clId="{4A6369A2-CA9F-41A4-A66C-7FC9CC50D412}" dt="2025-04-05T19:18:29.237" v="966" actId="14100"/>
          <ac:spMkLst>
            <pc:docMk/>
            <pc:sldMk cId="3051345755" sldId="264"/>
            <ac:spMk id="11" creationId="{BBDF70B6-BBF6-20C4-4B92-6545793CFEA7}"/>
          </ac:spMkLst>
        </pc:spChg>
        <pc:picChg chg="add mod">
          <ac:chgData name="Jithendra HS" userId="fbed575dba93ca78" providerId="LiveId" clId="{4A6369A2-CA9F-41A4-A66C-7FC9CC50D412}" dt="2025-04-05T19:18:20.798" v="963" actId="1076"/>
          <ac:picMkLst>
            <pc:docMk/>
            <pc:sldMk cId="3051345755" sldId="264"/>
            <ac:picMk id="5" creationId="{BE16BCF2-7CB5-E89E-5ADF-90BAD254F129}"/>
          </ac:picMkLst>
        </pc:picChg>
        <pc:picChg chg="add mod">
          <ac:chgData name="Jithendra HS" userId="fbed575dba93ca78" providerId="LiveId" clId="{4A6369A2-CA9F-41A4-A66C-7FC9CC50D412}" dt="2025-04-05T18:45:16.454" v="615" actId="1076"/>
          <ac:picMkLst>
            <pc:docMk/>
            <pc:sldMk cId="3051345755" sldId="264"/>
            <ac:picMk id="7" creationId="{DEBC0414-9902-9B75-F9FD-E17823C8E02D}"/>
          </ac:picMkLst>
        </pc:picChg>
      </pc:sldChg>
      <pc:sldChg chg="addSp delSp modSp new mod">
        <pc:chgData name="Jithendra HS" userId="fbed575dba93ca78" providerId="LiveId" clId="{4A6369A2-CA9F-41A4-A66C-7FC9CC50D412}" dt="2025-04-05T19:53:16.901" v="1196" actId="1076"/>
        <pc:sldMkLst>
          <pc:docMk/>
          <pc:sldMk cId="3216184799" sldId="265"/>
        </pc:sldMkLst>
        <pc:spChg chg="mod">
          <ac:chgData name="Jithendra HS" userId="fbed575dba93ca78" providerId="LiveId" clId="{4A6369A2-CA9F-41A4-A66C-7FC9CC50D412}" dt="2025-04-05T19:44:33.211" v="1091" actId="1076"/>
          <ac:spMkLst>
            <pc:docMk/>
            <pc:sldMk cId="3216184799" sldId="265"/>
            <ac:spMk id="2" creationId="{D8418105-26A3-659A-9BD8-5A06479389A4}"/>
          </ac:spMkLst>
        </pc:spChg>
        <pc:spChg chg="add mod">
          <ac:chgData name="Jithendra HS" userId="fbed575dba93ca78" providerId="LiveId" clId="{4A6369A2-CA9F-41A4-A66C-7FC9CC50D412}" dt="2025-04-05T19:51:38.800" v="1180" actId="20577"/>
          <ac:spMkLst>
            <pc:docMk/>
            <pc:sldMk cId="3216184799" sldId="265"/>
            <ac:spMk id="6" creationId="{BC6213F5-398D-7143-1213-72785BF69DAC}"/>
          </ac:spMkLst>
        </pc:spChg>
        <pc:spChg chg="add mod">
          <ac:chgData name="Jithendra HS" userId="fbed575dba93ca78" providerId="LiveId" clId="{4A6369A2-CA9F-41A4-A66C-7FC9CC50D412}" dt="2025-04-05T19:52:15.958" v="1185" actId="1076"/>
          <ac:spMkLst>
            <pc:docMk/>
            <pc:sldMk cId="3216184799" sldId="265"/>
            <ac:spMk id="7" creationId="{0FA76EC6-A439-C3C2-1F48-C72B44A4E423}"/>
          </ac:spMkLst>
        </pc:spChg>
        <pc:spChg chg="add mod">
          <ac:chgData name="Jithendra HS" userId="fbed575dba93ca78" providerId="LiveId" clId="{4A6369A2-CA9F-41A4-A66C-7FC9CC50D412}" dt="2025-04-05T19:52:51.887" v="1192" actId="1076"/>
          <ac:spMkLst>
            <pc:docMk/>
            <pc:sldMk cId="3216184799" sldId="265"/>
            <ac:spMk id="8" creationId="{4847940B-D9A7-9F2F-551D-DFFCC9219CF8}"/>
          </ac:spMkLst>
        </pc:spChg>
        <pc:spChg chg="add mod">
          <ac:chgData name="Jithendra HS" userId="fbed575dba93ca78" providerId="LiveId" clId="{4A6369A2-CA9F-41A4-A66C-7FC9CC50D412}" dt="2025-04-05T19:53:16.901" v="1196" actId="1076"/>
          <ac:spMkLst>
            <pc:docMk/>
            <pc:sldMk cId="3216184799" sldId="265"/>
            <ac:spMk id="9" creationId="{015E7F7A-C2C2-8F0A-0F0F-88B234D2238D}"/>
          </ac:spMkLst>
        </pc:spChg>
        <pc:picChg chg="add mod">
          <ac:chgData name="Jithendra HS" userId="fbed575dba93ca78" providerId="LiveId" clId="{4A6369A2-CA9F-41A4-A66C-7FC9CC50D412}" dt="2025-04-05T19:44:56.109" v="1092" actId="1076"/>
          <ac:picMkLst>
            <pc:docMk/>
            <pc:sldMk cId="3216184799" sldId="265"/>
            <ac:picMk id="5" creationId="{930447AF-B572-A992-7F4C-88F916FA4069}"/>
          </ac:picMkLst>
        </pc:picChg>
      </pc:sldChg>
      <pc:sldChg chg="addSp delSp modSp new mod">
        <pc:chgData name="Jithendra HS" userId="fbed575dba93ca78" providerId="LiveId" clId="{4A6369A2-CA9F-41A4-A66C-7FC9CC50D412}" dt="2025-04-05T20:02:09.950" v="1279" actId="1076"/>
        <pc:sldMkLst>
          <pc:docMk/>
          <pc:sldMk cId="3024885129" sldId="266"/>
        </pc:sldMkLst>
        <pc:spChg chg="add del mod">
          <ac:chgData name="Jithendra HS" userId="fbed575dba93ca78" providerId="LiveId" clId="{4A6369A2-CA9F-41A4-A66C-7FC9CC50D412}" dt="2025-04-05T19:55:50.190" v="1211" actId="14100"/>
          <ac:spMkLst>
            <pc:docMk/>
            <pc:sldMk cId="3024885129" sldId="266"/>
            <ac:spMk id="2" creationId="{516B24D8-7E3E-8BB1-6E9C-166F61E6D265}"/>
          </ac:spMkLst>
        </pc:spChg>
        <pc:spChg chg="add mod">
          <ac:chgData name="Jithendra HS" userId="fbed575dba93ca78" providerId="LiveId" clId="{4A6369A2-CA9F-41A4-A66C-7FC9CC50D412}" dt="2025-04-05T20:01:56.630" v="1276" actId="1076"/>
          <ac:spMkLst>
            <pc:docMk/>
            <pc:sldMk cId="3024885129" sldId="266"/>
            <ac:spMk id="6" creationId="{AEC8A2BE-6AC0-4B6F-EE63-38CEBE8F17CA}"/>
          </ac:spMkLst>
        </pc:spChg>
        <pc:spChg chg="add mod">
          <ac:chgData name="Jithendra HS" userId="fbed575dba93ca78" providerId="LiveId" clId="{4A6369A2-CA9F-41A4-A66C-7FC9CC50D412}" dt="2025-04-05T19:57:00.038" v="1222" actId="1076"/>
          <ac:spMkLst>
            <pc:docMk/>
            <pc:sldMk cId="3024885129" sldId="266"/>
            <ac:spMk id="7" creationId="{C0125BD9-ACF9-8E2E-3762-7398CB0F1FDF}"/>
          </ac:spMkLst>
        </pc:spChg>
        <pc:spChg chg="add mod">
          <ac:chgData name="Jithendra HS" userId="fbed575dba93ca78" providerId="LiveId" clId="{4A6369A2-CA9F-41A4-A66C-7FC9CC50D412}" dt="2025-04-05T19:57:10.626" v="1225" actId="1076"/>
          <ac:spMkLst>
            <pc:docMk/>
            <pc:sldMk cId="3024885129" sldId="266"/>
            <ac:spMk id="8" creationId="{52992345-6E48-14EA-DE78-73964BD22F51}"/>
          </ac:spMkLst>
        </pc:spChg>
        <pc:spChg chg="add mod">
          <ac:chgData name="Jithendra HS" userId="fbed575dba93ca78" providerId="LiveId" clId="{4A6369A2-CA9F-41A4-A66C-7FC9CC50D412}" dt="2025-04-05T19:57:21.793" v="1227" actId="1076"/>
          <ac:spMkLst>
            <pc:docMk/>
            <pc:sldMk cId="3024885129" sldId="266"/>
            <ac:spMk id="9" creationId="{C4BB4EC5-DFF2-88C5-AC2B-7FC53286AC16}"/>
          </ac:spMkLst>
        </pc:spChg>
        <pc:spChg chg="add mod">
          <ac:chgData name="Jithendra HS" userId="fbed575dba93ca78" providerId="LiveId" clId="{4A6369A2-CA9F-41A4-A66C-7FC9CC50D412}" dt="2025-04-05T20:02:09.950" v="1279" actId="1076"/>
          <ac:spMkLst>
            <pc:docMk/>
            <pc:sldMk cId="3024885129" sldId="266"/>
            <ac:spMk id="10" creationId="{211A981C-4EED-551D-655D-463C50B8EE71}"/>
          </ac:spMkLst>
        </pc:spChg>
        <pc:spChg chg="add mod">
          <ac:chgData name="Jithendra HS" userId="fbed575dba93ca78" providerId="LiveId" clId="{4A6369A2-CA9F-41A4-A66C-7FC9CC50D412}" dt="2025-04-05T20:02:05.111" v="1278" actId="1076"/>
          <ac:spMkLst>
            <pc:docMk/>
            <pc:sldMk cId="3024885129" sldId="266"/>
            <ac:spMk id="11" creationId="{8853577B-CB01-F050-2259-A09FC6F92746}"/>
          </ac:spMkLst>
        </pc:spChg>
        <pc:picChg chg="add mod">
          <ac:chgData name="Jithendra HS" userId="fbed575dba93ca78" providerId="LiveId" clId="{4A6369A2-CA9F-41A4-A66C-7FC9CC50D412}" dt="2025-04-05T20:02:00.157" v="1277" actId="1076"/>
          <ac:picMkLst>
            <pc:docMk/>
            <pc:sldMk cId="3024885129" sldId="266"/>
            <ac:picMk id="5" creationId="{3549DB07-D980-9C2F-D694-BE97402C2447}"/>
          </ac:picMkLst>
        </pc:picChg>
      </pc:sldChg>
      <pc:sldChg chg="addSp delSp modSp new mod">
        <pc:chgData name="Jithendra HS" userId="fbed575dba93ca78" providerId="LiveId" clId="{4A6369A2-CA9F-41A4-A66C-7FC9CC50D412}" dt="2025-04-07T17:44:52.347" v="1388" actId="6549"/>
        <pc:sldMkLst>
          <pc:docMk/>
          <pc:sldMk cId="3069908771" sldId="267"/>
        </pc:sldMkLst>
        <pc:spChg chg="mod">
          <ac:chgData name="Jithendra HS" userId="fbed575dba93ca78" providerId="LiveId" clId="{4A6369A2-CA9F-41A4-A66C-7FC9CC50D412}" dt="2025-04-07T17:44:52.347" v="1388" actId="6549"/>
          <ac:spMkLst>
            <pc:docMk/>
            <pc:sldMk cId="3069908771" sldId="267"/>
            <ac:spMk id="2" creationId="{DAE07594-653F-DDED-46B2-78FC1257FF93}"/>
          </ac:spMkLst>
        </pc:spChg>
        <pc:spChg chg="add mod">
          <ac:chgData name="Jithendra HS" userId="fbed575dba93ca78" providerId="LiveId" clId="{4A6369A2-CA9F-41A4-A66C-7FC9CC50D412}" dt="2025-04-05T20:10:02.175" v="1351" actId="1076"/>
          <ac:spMkLst>
            <pc:docMk/>
            <pc:sldMk cId="3069908771" sldId="267"/>
            <ac:spMk id="10" creationId="{5CB60B49-49F3-94F9-C899-9346818040F2}"/>
          </ac:spMkLst>
        </pc:spChg>
        <pc:spChg chg="add mod">
          <ac:chgData name="Jithendra HS" userId="fbed575dba93ca78" providerId="LiveId" clId="{4A6369A2-CA9F-41A4-A66C-7FC9CC50D412}" dt="2025-04-05T20:10:52.811" v="1379" actId="1076"/>
          <ac:spMkLst>
            <pc:docMk/>
            <pc:sldMk cId="3069908771" sldId="267"/>
            <ac:spMk id="11" creationId="{3EF91076-FB9B-C048-DAFA-49BE16631F3A}"/>
          </ac:spMkLst>
        </pc:spChg>
        <pc:picChg chg="add mod">
          <ac:chgData name="Jithendra HS" userId="fbed575dba93ca78" providerId="LiveId" clId="{4A6369A2-CA9F-41A4-A66C-7FC9CC50D412}" dt="2025-04-05T20:09:34.884" v="1349" actId="1076"/>
          <ac:picMkLst>
            <pc:docMk/>
            <pc:sldMk cId="3069908771" sldId="267"/>
            <ac:picMk id="9" creationId="{16CF70FF-7E65-E6B0-4EB3-F063E1C2FAD3}"/>
          </ac:picMkLst>
        </pc:picChg>
        <pc:cxnChg chg="add mod">
          <ac:chgData name="Jithendra HS" userId="fbed575dba93ca78" providerId="LiveId" clId="{4A6369A2-CA9F-41A4-A66C-7FC9CC50D412}" dt="2025-04-05T20:11:41.653" v="1387" actId="14100"/>
          <ac:cxnSpMkLst>
            <pc:docMk/>
            <pc:sldMk cId="3069908771" sldId="267"/>
            <ac:cxnSpMk id="13" creationId="{3055E798-AEBD-6EF5-2746-0A17CE8345ED}"/>
          </ac:cxnSpMkLst>
        </pc:cxn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4/7/2025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4/7/2025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4/7/2025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4/7/2025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4/7/2025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4/7/2025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4/7/2025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4/7/2025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4/7/2025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FDDE9-0BE1-38A5-3DFE-62651AB5313B}"/>
              </a:ext>
            </a:extLst>
          </p:cNvPr>
          <p:cNvSpPr>
            <a:spLocks noGrp="1"/>
          </p:cNvSpPr>
          <p:nvPr>
            <p:ph type="ctrTitle"/>
          </p:nvPr>
        </p:nvSpPr>
        <p:spPr>
          <a:xfrm>
            <a:off x="1808330" y="791622"/>
            <a:ext cx="8791575" cy="803714"/>
          </a:xfrm>
        </p:spPr>
        <p:txBody>
          <a:bodyPr/>
          <a:lstStyle/>
          <a:p>
            <a:pPr algn="ctr"/>
            <a:r>
              <a:rPr lang="en-US" dirty="0"/>
              <a:t>PRJ 100 : Fast Hex Driver</a:t>
            </a:r>
            <a:endParaRPr lang="en-IN" dirty="0"/>
          </a:p>
        </p:txBody>
      </p:sp>
      <p:pic>
        <p:nvPicPr>
          <p:cNvPr id="5" name="Picture 4">
            <a:extLst>
              <a:ext uri="{FF2B5EF4-FFF2-40B4-BE49-F238E27FC236}">
                <a16:creationId xmlns:a16="http://schemas.microsoft.com/office/drawing/2014/main" id="{27A23FDF-7555-F974-E0A4-48E0EEEDEC3B}"/>
              </a:ext>
            </a:extLst>
          </p:cNvPr>
          <p:cNvPicPr>
            <a:picLocks noChangeAspect="1"/>
          </p:cNvPicPr>
          <p:nvPr/>
        </p:nvPicPr>
        <p:blipFill>
          <a:blip r:embed="rId2"/>
          <a:stretch>
            <a:fillRect/>
          </a:stretch>
        </p:blipFill>
        <p:spPr>
          <a:xfrm rot="5400000">
            <a:off x="1240152" y="2020652"/>
            <a:ext cx="4376732" cy="4648200"/>
          </a:xfrm>
          <a:prstGeom prst="rect">
            <a:avLst/>
          </a:prstGeom>
        </p:spPr>
      </p:pic>
      <p:pic>
        <p:nvPicPr>
          <p:cNvPr id="7" name="Picture 6">
            <a:extLst>
              <a:ext uri="{FF2B5EF4-FFF2-40B4-BE49-F238E27FC236}">
                <a16:creationId xmlns:a16="http://schemas.microsoft.com/office/drawing/2014/main" id="{87E881DC-835A-24E8-857E-E8EBA8C8547B}"/>
              </a:ext>
            </a:extLst>
          </p:cNvPr>
          <p:cNvPicPr>
            <a:picLocks noChangeAspect="1"/>
          </p:cNvPicPr>
          <p:nvPr/>
        </p:nvPicPr>
        <p:blipFill>
          <a:blip r:embed="rId3"/>
          <a:stretch>
            <a:fillRect/>
          </a:stretch>
        </p:blipFill>
        <p:spPr>
          <a:xfrm rot="16200000">
            <a:off x="7181140" y="2182976"/>
            <a:ext cx="4052083" cy="4648200"/>
          </a:xfrm>
          <a:prstGeom prst="rect">
            <a:avLst/>
          </a:prstGeom>
        </p:spPr>
      </p:pic>
    </p:spTree>
    <p:extLst>
      <p:ext uri="{BB962C8B-B14F-4D97-AF65-F5344CB8AC3E}">
        <p14:creationId xmlns:p14="http://schemas.microsoft.com/office/powerpoint/2010/main" val="17542706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bg2">
              <a:lumMod val="60000"/>
              <a:lumOff val="40000"/>
              <a:alpha val="60000"/>
            </a:schemeClr>
          </a:solidFill>
        </p:grpSpPr>
        <p:sp>
          <p:nvSpPr>
            <p:cNvPr id="11"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IN"/>
            </a:p>
          </p:txBody>
        </p:sp>
        <p:sp>
          <p:nvSpPr>
            <p:cNvPr id="12"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3"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4"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5"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6"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7"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8"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19"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0"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1"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2"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IN"/>
            </a:p>
          </p:txBody>
        </p:sp>
        <p:sp>
          <p:nvSpPr>
            <p:cNvPr id="23"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4"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5"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6"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7"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n-IN"/>
            </a:p>
          </p:txBody>
        </p:sp>
        <p:sp>
          <p:nvSpPr>
            <p:cNvPr id="28"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29"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0"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1"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2"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3"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4"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5"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6"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sp>
          <p:nvSpPr>
            <p:cNvPr id="37"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n-IN"/>
            </a:p>
          </p:txBody>
        </p:sp>
      </p:grpSp>
      <p:sp>
        <p:nvSpPr>
          <p:cNvPr id="2" name="Title 1">
            <a:extLst>
              <a:ext uri="{FF2B5EF4-FFF2-40B4-BE49-F238E27FC236}">
                <a16:creationId xmlns:a16="http://schemas.microsoft.com/office/drawing/2014/main" id="{D8C7BBCB-EAAB-E0D9-3DF9-185845A50697}"/>
              </a:ext>
            </a:extLst>
          </p:cNvPr>
          <p:cNvSpPr>
            <a:spLocks noGrp="1"/>
          </p:cNvSpPr>
          <p:nvPr>
            <p:ph type="title"/>
          </p:nvPr>
        </p:nvSpPr>
        <p:spPr>
          <a:xfrm>
            <a:off x="1019015" y="1093787"/>
            <a:ext cx="3059969" cy="4697413"/>
          </a:xfrm>
        </p:spPr>
        <p:txBody>
          <a:bodyPr>
            <a:normAutofit/>
          </a:bodyPr>
          <a:lstStyle/>
          <a:p>
            <a:r>
              <a:rPr lang="en-US" dirty="0"/>
              <a:t>Characterize</a:t>
            </a:r>
            <a:endParaRPr lang="en-IN" dirty="0"/>
          </a:p>
        </p:txBody>
      </p:sp>
      <p:sp useBgFill="1">
        <p:nvSpPr>
          <p:cNvPr id="39"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5084" y="0"/>
            <a:ext cx="7566916"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F2D3494-6F23-F5AC-876B-3E647ABBBED5}"/>
              </a:ext>
            </a:extLst>
          </p:cNvPr>
          <p:cNvSpPr>
            <a:spLocks noGrp="1"/>
          </p:cNvSpPr>
          <p:nvPr>
            <p:ph idx="1"/>
          </p:nvPr>
        </p:nvSpPr>
        <p:spPr>
          <a:xfrm>
            <a:off x="5215467" y="1093788"/>
            <a:ext cx="5831944" cy="4697413"/>
          </a:xfrm>
        </p:spPr>
        <p:txBody>
          <a:bodyPr>
            <a:normAutofit/>
          </a:bodyPr>
          <a:lstStyle/>
          <a:p>
            <a:r>
              <a:rPr lang="en-US" dirty="0"/>
              <a:t>5V and 555 timer</a:t>
            </a:r>
          </a:p>
          <a:p>
            <a:r>
              <a:rPr lang="en-US" dirty="0"/>
              <a:t>Q high Noise</a:t>
            </a:r>
          </a:p>
          <a:p>
            <a:r>
              <a:rPr lang="en-US" dirty="0"/>
              <a:t>Hex inverter</a:t>
            </a:r>
          </a:p>
          <a:p>
            <a:r>
              <a:rPr lang="en-US" dirty="0"/>
              <a:t>TD between peaks in the ringing</a:t>
            </a:r>
          </a:p>
          <a:p>
            <a:r>
              <a:rPr lang="en-US" dirty="0"/>
              <a:t>3, 50, 450ohm at 1M</a:t>
            </a:r>
          </a:p>
          <a:p>
            <a:r>
              <a:rPr lang="en-US" dirty="0"/>
              <a:t>3, 50, 450ohm at 50ohm</a:t>
            </a:r>
          </a:p>
          <a:p>
            <a:endParaRPr lang="en-US" dirty="0"/>
          </a:p>
          <a:p>
            <a:endParaRPr lang="en-IN" dirty="0"/>
          </a:p>
        </p:txBody>
      </p:sp>
    </p:spTree>
    <p:extLst>
      <p:ext uri="{BB962C8B-B14F-4D97-AF65-F5344CB8AC3E}">
        <p14:creationId xmlns:p14="http://schemas.microsoft.com/office/powerpoint/2010/main" val="37358675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B76A3-5651-13F7-50C7-59AAA4BE2E1C}"/>
              </a:ext>
            </a:extLst>
          </p:cNvPr>
          <p:cNvSpPr>
            <a:spLocks noGrp="1"/>
          </p:cNvSpPr>
          <p:nvPr>
            <p:ph type="title"/>
          </p:nvPr>
        </p:nvSpPr>
        <p:spPr>
          <a:xfrm>
            <a:off x="1141412" y="618518"/>
            <a:ext cx="10167053" cy="504226"/>
          </a:xfrm>
        </p:spPr>
        <p:txBody>
          <a:bodyPr>
            <a:normAutofit fontScale="90000"/>
          </a:bodyPr>
          <a:lstStyle/>
          <a:p>
            <a:pPr algn="ctr"/>
            <a:r>
              <a:rPr lang="en-US" dirty="0"/>
              <a:t>5V and 555 timer</a:t>
            </a:r>
            <a:endParaRPr lang="en-IN" dirty="0"/>
          </a:p>
        </p:txBody>
      </p:sp>
      <p:pic>
        <p:nvPicPr>
          <p:cNvPr id="10" name="Picture 9">
            <a:extLst>
              <a:ext uri="{FF2B5EF4-FFF2-40B4-BE49-F238E27FC236}">
                <a16:creationId xmlns:a16="http://schemas.microsoft.com/office/drawing/2014/main" id="{4036D466-E6D8-B0FD-8425-BC979B10E4CB}"/>
              </a:ext>
            </a:extLst>
          </p:cNvPr>
          <p:cNvPicPr>
            <a:picLocks noChangeAspect="1"/>
          </p:cNvPicPr>
          <p:nvPr/>
        </p:nvPicPr>
        <p:blipFill>
          <a:blip r:embed="rId2"/>
          <a:stretch>
            <a:fillRect/>
          </a:stretch>
        </p:blipFill>
        <p:spPr>
          <a:xfrm>
            <a:off x="106099" y="1960411"/>
            <a:ext cx="6224834" cy="3841890"/>
          </a:xfrm>
          <a:prstGeom prst="rect">
            <a:avLst/>
          </a:prstGeom>
        </p:spPr>
      </p:pic>
      <p:sp>
        <p:nvSpPr>
          <p:cNvPr id="7" name="Rectangle 6">
            <a:extLst>
              <a:ext uri="{FF2B5EF4-FFF2-40B4-BE49-F238E27FC236}">
                <a16:creationId xmlns:a16="http://schemas.microsoft.com/office/drawing/2014/main" id="{11CCA86E-2592-203C-E7DB-A1C1E5597D90}"/>
              </a:ext>
            </a:extLst>
          </p:cNvPr>
          <p:cNvSpPr/>
          <p:nvPr/>
        </p:nvSpPr>
        <p:spPr>
          <a:xfrm>
            <a:off x="5140056" y="2807061"/>
            <a:ext cx="1190877" cy="385249"/>
          </a:xfrm>
          <a:prstGeom prst="rect">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Picture 10">
            <a:extLst>
              <a:ext uri="{FF2B5EF4-FFF2-40B4-BE49-F238E27FC236}">
                <a16:creationId xmlns:a16="http://schemas.microsoft.com/office/drawing/2014/main" id="{D7BA43EF-0DF9-052D-E36A-3FC86B6FB3B8}"/>
              </a:ext>
            </a:extLst>
          </p:cNvPr>
          <p:cNvPicPr>
            <a:picLocks noChangeAspect="1"/>
          </p:cNvPicPr>
          <p:nvPr/>
        </p:nvPicPr>
        <p:blipFill>
          <a:blip r:embed="rId3"/>
          <a:stretch>
            <a:fillRect/>
          </a:stretch>
        </p:blipFill>
        <p:spPr>
          <a:xfrm>
            <a:off x="6519080" y="1960411"/>
            <a:ext cx="5566821" cy="3841890"/>
          </a:xfrm>
          <a:prstGeom prst="rect">
            <a:avLst/>
          </a:prstGeom>
        </p:spPr>
      </p:pic>
      <p:sp>
        <p:nvSpPr>
          <p:cNvPr id="12" name="Rectangle 11">
            <a:extLst>
              <a:ext uri="{FF2B5EF4-FFF2-40B4-BE49-F238E27FC236}">
                <a16:creationId xmlns:a16="http://schemas.microsoft.com/office/drawing/2014/main" id="{4E724B85-8B48-A14F-8AFE-70FBAF85A8DD}"/>
              </a:ext>
            </a:extLst>
          </p:cNvPr>
          <p:cNvSpPr/>
          <p:nvPr/>
        </p:nvSpPr>
        <p:spPr>
          <a:xfrm>
            <a:off x="11111339" y="3429000"/>
            <a:ext cx="974562" cy="610436"/>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E7954356-990B-5D25-9229-822A043CD667}"/>
              </a:ext>
            </a:extLst>
          </p:cNvPr>
          <p:cNvSpPr txBox="1"/>
          <p:nvPr/>
        </p:nvSpPr>
        <p:spPr>
          <a:xfrm>
            <a:off x="2010484" y="2282866"/>
            <a:ext cx="2900089" cy="369332"/>
          </a:xfrm>
          <a:prstGeom prst="rect">
            <a:avLst/>
          </a:prstGeom>
          <a:noFill/>
        </p:spPr>
        <p:txBody>
          <a:bodyPr wrap="none" rtlCol="0">
            <a:spAutoFit/>
          </a:bodyPr>
          <a:lstStyle/>
          <a:p>
            <a:r>
              <a:rPr lang="en-US" dirty="0">
                <a:solidFill>
                  <a:srgbClr val="FFFF00"/>
                </a:solidFill>
              </a:rPr>
              <a:t>5V rail with no switching load</a:t>
            </a:r>
            <a:endParaRPr lang="en-IN" dirty="0">
              <a:solidFill>
                <a:srgbClr val="FFFF00"/>
              </a:solidFill>
            </a:endParaRPr>
          </a:p>
        </p:txBody>
      </p:sp>
      <p:sp>
        <p:nvSpPr>
          <p:cNvPr id="13" name="TextBox 12">
            <a:extLst>
              <a:ext uri="{FF2B5EF4-FFF2-40B4-BE49-F238E27FC236}">
                <a16:creationId xmlns:a16="http://schemas.microsoft.com/office/drawing/2014/main" id="{6195EE7A-BE0B-3619-470F-2DF8EDDFDDAA}"/>
              </a:ext>
            </a:extLst>
          </p:cNvPr>
          <p:cNvSpPr txBox="1"/>
          <p:nvPr/>
        </p:nvSpPr>
        <p:spPr>
          <a:xfrm>
            <a:off x="8067574" y="2427682"/>
            <a:ext cx="1510350" cy="369332"/>
          </a:xfrm>
          <a:prstGeom prst="rect">
            <a:avLst/>
          </a:prstGeom>
          <a:noFill/>
        </p:spPr>
        <p:txBody>
          <a:bodyPr wrap="none" rtlCol="0">
            <a:spAutoFit/>
          </a:bodyPr>
          <a:lstStyle/>
          <a:p>
            <a:r>
              <a:rPr lang="en-US" dirty="0">
                <a:solidFill>
                  <a:srgbClr val="00B050"/>
                </a:solidFill>
              </a:rPr>
              <a:t>555 timer o/p</a:t>
            </a:r>
            <a:endParaRPr lang="en-IN" dirty="0">
              <a:solidFill>
                <a:srgbClr val="00B050"/>
              </a:solidFill>
            </a:endParaRPr>
          </a:p>
        </p:txBody>
      </p:sp>
    </p:spTree>
    <p:extLst>
      <p:ext uri="{BB962C8B-B14F-4D97-AF65-F5344CB8AC3E}">
        <p14:creationId xmlns:p14="http://schemas.microsoft.com/office/powerpoint/2010/main" val="21232440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831E03-93C3-C6B2-9B84-0499AB012658}"/>
              </a:ext>
            </a:extLst>
          </p:cNvPr>
          <p:cNvSpPr>
            <a:spLocks noGrp="1"/>
          </p:cNvSpPr>
          <p:nvPr>
            <p:ph type="title"/>
          </p:nvPr>
        </p:nvSpPr>
        <p:spPr>
          <a:xfrm>
            <a:off x="1141413" y="618518"/>
            <a:ext cx="9905998" cy="791993"/>
          </a:xfrm>
        </p:spPr>
        <p:txBody>
          <a:bodyPr/>
          <a:lstStyle/>
          <a:p>
            <a:pPr algn="ctr"/>
            <a:r>
              <a:rPr lang="en-US" dirty="0"/>
              <a:t>555 timer Rise &amp; fall time</a:t>
            </a:r>
            <a:endParaRPr lang="en-IN" dirty="0"/>
          </a:p>
        </p:txBody>
      </p:sp>
      <p:pic>
        <p:nvPicPr>
          <p:cNvPr id="7" name="Picture 6">
            <a:extLst>
              <a:ext uri="{FF2B5EF4-FFF2-40B4-BE49-F238E27FC236}">
                <a16:creationId xmlns:a16="http://schemas.microsoft.com/office/drawing/2014/main" id="{7BFB336C-2212-68A2-9FE9-93275EEB09F2}"/>
              </a:ext>
            </a:extLst>
          </p:cNvPr>
          <p:cNvPicPr>
            <a:picLocks noChangeAspect="1"/>
          </p:cNvPicPr>
          <p:nvPr/>
        </p:nvPicPr>
        <p:blipFill>
          <a:blip r:embed="rId2"/>
          <a:stretch>
            <a:fillRect/>
          </a:stretch>
        </p:blipFill>
        <p:spPr>
          <a:xfrm>
            <a:off x="6218397" y="1841276"/>
            <a:ext cx="5707269" cy="3887666"/>
          </a:xfrm>
          <a:prstGeom prst="rect">
            <a:avLst/>
          </a:prstGeom>
        </p:spPr>
      </p:pic>
      <p:pic>
        <p:nvPicPr>
          <p:cNvPr id="9" name="Picture 8">
            <a:extLst>
              <a:ext uri="{FF2B5EF4-FFF2-40B4-BE49-F238E27FC236}">
                <a16:creationId xmlns:a16="http://schemas.microsoft.com/office/drawing/2014/main" id="{E9D6FFB4-A08C-FB39-FD25-E00FBE49DC8F}"/>
              </a:ext>
            </a:extLst>
          </p:cNvPr>
          <p:cNvPicPr>
            <a:picLocks noChangeAspect="1"/>
          </p:cNvPicPr>
          <p:nvPr/>
        </p:nvPicPr>
        <p:blipFill>
          <a:blip r:embed="rId3"/>
          <a:stretch>
            <a:fillRect/>
          </a:stretch>
        </p:blipFill>
        <p:spPr>
          <a:xfrm>
            <a:off x="266334" y="1841276"/>
            <a:ext cx="5707270" cy="3880359"/>
          </a:xfrm>
          <a:prstGeom prst="rect">
            <a:avLst/>
          </a:prstGeom>
        </p:spPr>
      </p:pic>
      <p:sp>
        <p:nvSpPr>
          <p:cNvPr id="10" name="Rectangle 9">
            <a:extLst>
              <a:ext uri="{FF2B5EF4-FFF2-40B4-BE49-F238E27FC236}">
                <a16:creationId xmlns:a16="http://schemas.microsoft.com/office/drawing/2014/main" id="{40379552-1E6B-64A6-CECB-8AE42B86CBC4}"/>
              </a:ext>
            </a:extLst>
          </p:cNvPr>
          <p:cNvSpPr/>
          <p:nvPr/>
        </p:nvSpPr>
        <p:spPr>
          <a:xfrm>
            <a:off x="4991893" y="4190163"/>
            <a:ext cx="981711" cy="341644"/>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20108D12-1869-AEC9-85C0-3547D4F9F35F}"/>
              </a:ext>
            </a:extLst>
          </p:cNvPr>
          <p:cNvSpPr/>
          <p:nvPr/>
        </p:nvSpPr>
        <p:spPr>
          <a:xfrm>
            <a:off x="10928741" y="4531807"/>
            <a:ext cx="981711" cy="301451"/>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738256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AC29E-87FF-75D1-0389-A4FEA5950BAE}"/>
              </a:ext>
            </a:extLst>
          </p:cNvPr>
          <p:cNvSpPr>
            <a:spLocks noGrp="1"/>
          </p:cNvSpPr>
          <p:nvPr>
            <p:ph type="title"/>
          </p:nvPr>
        </p:nvSpPr>
        <p:spPr>
          <a:xfrm>
            <a:off x="1141413" y="618518"/>
            <a:ext cx="9692491" cy="897766"/>
          </a:xfrm>
        </p:spPr>
        <p:txBody>
          <a:bodyPr/>
          <a:lstStyle/>
          <a:p>
            <a:pPr algn="ctr"/>
            <a:r>
              <a:rPr lang="en-US" dirty="0"/>
              <a:t>Q Hi noise</a:t>
            </a:r>
            <a:endParaRPr lang="en-IN" dirty="0"/>
          </a:p>
        </p:txBody>
      </p:sp>
      <p:pic>
        <p:nvPicPr>
          <p:cNvPr id="4" name="Picture 3">
            <a:extLst>
              <a:ext uri="{FF2B5EF4-FFF2-40B4-BE49-F238E27FC236}">
                <a16:creationId xmlns:a16="http://schemas.microsoft.com/office/drawing/2014/main" id="{ED150BC0-935B-D211-A0B0-7FD815FDBAA2}"/>
              </a:ext>
            </a:extLst>
          </p:cNvPr>
          <p:cNvPicPr>
            <a:picLocks noChangeAspect="1"/>
          </p:cNvPicPr>
          <p:nvPr/>
        </p:nvPicPr>
        <p:blipFill>
          <a:blip r:embed="rId2"/>
          <a:stretch>
            <a:fillRect/>
          </a:stretch>
        </p:blipFill>
        <p:spPr>
          <a:xfrm>
            <a:off x="2357437" y="1516284"/>
            <a:ext cx="7477125" cy="5086350"/>
          </a:xfrm>
          <a:prstGeom prst="rect">
            <a:avLst/>
          </a:prstGeom>
        </p:spPr>
      </p:pic>
      <p:sp>
        <p:nvSpPr>
          <p:cNvPr id="7" name="TextBox 6">
            <a:extLst>
              <a:ext uri="{FF2B5EF4-FFF2-40B4-BE49-F238E27FC236}">
                <a16:creationId xmlns:a16="http://schemas.microsoft.com/office/drawing/2014/main" id="{7993E5E5-2ADE-70D1-42A2-DC360E902028}"/>
              </a:ext>
            </a:extLst>
          </p:cNvPr>
          <p:cNvSpPr txBox="1"/>
          <p:nvPr/>
        </p:nvSpPr>
        <p:spPr>
          <a:xfrm>
            <a:off x="6642689" y="2229384"/>
            <a:ext cx="1274323" cy="369332"/>
          </a:xfrm>
          <a:prstGeom prst="rect">
            <a:avLst/>
          </a:prstGeom>
          <a:noFill/>
        </p:spPr>
        <p:txBody>
          <a:bodyPr wrap="square" rtlCol="0">
            <a:spAutoFit/>
          </a:bodyPr>
          <a:lstStyle/>
          <a:p>
            <a:r>
              <a:rPr lang="en-US" dirty="0">
                <a:solidFill>
                  <a:srgbClr val="FFFF00"/>
                </a:solidFill>
              </a:rPr>
              <a:t>5V rail</a:t>
            </a:r>
            <a:endParaRPr lang="en-IN" dirty="0">
              <a:solidFill>
                <a:srgbClr val="FFFF00"/>
              </a:solidFill>
            </a:endParaRPr>
          </a:p>
        </p:txBody>
      </p:sp>
      <p:sp>
        <p:nvSpPr>
          <p:cNvPr id="8" name="TextBox 7">
            <a:extLst>
              <a:ext uri="{FF2B5EF4-FFF2-40B4-BE49-F238E27FC236}">
                <a16:creationId xmlns:a16="http://schemas.microsoft.com/office/drawing/2014/main" id="{90B343CC-6E78-892C-CD5A-32B0C1C2DFC9}"/>
              </a:ext>
            </a:extLst>
          </p:cNvPr>
          <p:cNvSpPr txBox="1"/>
          <p:nvPr/>
        </p:nvSpPr>
        <p:spPr>
          <a:xfrm>
            <a:off x="6784991" y="3117422"/>
            <a:ext cx="1527243" cy="369332"/>
          </a:xfrm>
          <a:prstGeom prst="rect">
            <a:avLst/>
          </a:prstGeom>
          <a:noFill/>
        </p:spPr>
        <p:txBody>
          <a:bodyPr wrap="square" rtlCol="0">
            <a:spAutoFit/>
          </a:bodyPr>
          <a:lstStyle/>
          <a:p>
            <a:r>
              <a:rPr lang="en-US" dirty="0">
                <a:solidFill>
                  <a:srgbClr val="92D050"/>
                </a:solidFill>
              </a:rPr>
              <a:t>Q hi</a:t>
            </a:r>
            <a:endParaRPr lang="en-IN" dirty="0">
              <a:solidFill>
                <a:srgbClr val="92D050"/>
              </a:solidFill>
            </a:endParaRPr>
          </a:p>
        </p:txBody>
      </p:sp>
      <p:sp>
        <p:nvSpPr>
          <p:cNvPr id="9" name="TextBox 8">
            <a:extLst>
              <a:ext uri="{FF2B5EF4-FFF2-40B4-BE49-F238E27FC236}">
                <a16:creationId xmlns:a16="http://schemas.microsoft.com/office/drawing/2014/main" id="{DBAF5B86-EAD4-F6CA-A35D-AE43A82A3B6F}"/>
              </a:ext>
            </a:extLst>
          </p:cNvPr>
          <p:cNvSpPr txBox="1"/>
          <p:nvPr/>
        </p:nvSpPr>
        <p:spPr>
          <a:xfrm>
            <a:off x="6254884" y="4053247"/>
            <a:ext cx="2237361" cy="646331"/>
          </a:xfrm>
          <a:prstGeom prst="rect">
            <a:avLst/>
          </a:prstGeom>
          <a:noFill/>
        </p:spPr>
        <p:txBody>
          <a:bodyPr wrap="square" rtlCol="0">
            <a:spAutoFit/>
          </a:bodyPr>
          <a:lstStyle/>
          <a:p>
            <a:r>
              <a:rPr lang="en-US" dirty="0">
                <a:solidFill>
                  <a:srgbClr val="0070C0"/>
                </a:solidFill>
              </a:rPr>
              <a:t>Hex inverter o/p</a:t>
            </a:r>
          </a:p>
          <a:p>
            <a:endParaRPr lang="en-IN" dirty="0">
              <a:solidFill>
                <a:srgbClr val="0070C0"/>
              </a:solidFill>
            </a:endParaRPr>
          </a:p>
        </p:txBody>
      </p:sp>
      <p:sp>
        <p:nvSpPr>
          <p:cNvPr id="10" name="Rectangle 9">
            <a:extLst>
              <a:ext uri="{FF2B5EF4-FFF2-40B4-BE49-F238E27FC236}">
                <a16:creationId xmlns:a16="http://schemas.microsoft.com/office/drawing/2014/main" id="{06257ED1-F95A-9D7D-5113-659546376AD5}"/>
              </a:ext>
            </a:extLst>
          </p:cNvPr>
          <p:cNvSpPr/>
          <p:nvPr/>
        </p:nvSpPr>
        <p:spPr>
          <a:xfrm>
            <a:off x="8492245" y="2684834"/>
            <a:ext cx="1342419" cy="432588"/>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6B5BB0DB-9BA4-15C0-22FA-0422EC1BF45E}"/>
              </a:ext>
            </a:extLst>
          </p:cNvPr>
          <p:cNvSpPr/>
          <p:nvPr/>
        </p:nvSpPr>
        <p:spPr>
          <a:xfrm>
            <a:off x="8492092" y="4212077"/>
            <a:ext cx="1342419" cy="359876"/>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86096198-EEA1-600C-EAA8-AFE9CE7BF94B}"/>
              </a:ext>
            </a:extLst>
          </p:cNvPr>
          <p:cNvSpPr/>
          <p:nvPr/>
        </p:nvSpPr>
        <p:spPr>
          <a:xfrm>
            <a:off x="8492143" y="4630764"/>
            <a:ext cx="1342419" cy="769641"/>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2583638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F9ABB-056B-7FB7-CCAE-A899599C7D42}"/>
              </a:ext>
            </a:extLst>
          </p:cNvPr>
          <p:cNvSpPr>
            <a:spLocks noGrp="1"/>
          </p:cNvSpPr>
          <p:nvPr>
            <p:ph type="title"/>
          </p:nvPr>
        </p:nvSpPr>
        <p:spPr>
          <a:xfrm>
            <a:off x="1141413" y="618518"/>
            <a:ext cx="9905998" cy="898997"/>
          </a:xfrm>
        </p:spPr>
        <p:txBody>
          <a:bodyPr>
            <a:normAutofit/>
          </a:bodyPr>
          <a:lstStyle/>
          <a:p>
            <a:pPr algn="ctr"/>
            <a:r>
              <a:rPr lang="en-US" dirty="0"/>
              <a:t>Hex inverter</a:t>
            </a:r>
            <a:endParaRPr lang="en-IN" dirty="0"/>
          </a:p>
        </p:txBody>
      </p:sp>
      <p:pic>
        <p:nvPicPr>
          <p:cNvPr id="5" name="Picture 4">
            <a:extLst>
              <a:ext uri="{FF2B5EF4-FFF2-40B4-BE49-F238E27FC236}">
                <a16:creationId xmlns:a16="http://schemas.microsoft.com/office/drawing/2014/main" id="{2560B156-A482-7A2B-170F-83764E09CC37}"/>
              </a:ext>
            </a:extLst>
          </p:cNvPr>
          <p:cNvPicPr>
            <a:picLocks noChangeAspect="1"/>
          </p:cNvPicPr>
          <p:nvPr/>
        </p:nvPicPr>
        <p:blipFill>
          <a:blip r:embed="rId2"/>
          <a:stretch>
            <a:fillRect/>
          </a:stretch>
        </p:blipFill>
        <p:spPr>
          <a:xfrm>
            <a:off x="740610" y="1781333"/>
            <a:ext cx="5355390" cy="3634729"/>
          </a:xfrm>
          <a:prstGeom prst="rect">
            <a:avLst/>
          </a:prstGeom>
        </p:spPr>
      </p:pic>
      <p:sp>
        <p:nvSpPr>
          <p:cNvPr id="10" name="Rectangle 9">
            <a:extLst>
              <a:ext uri="{FF2B5EF4-FFF2-40B4-BE49-F238E27FC236}">
                <a16:creationId xmlns:a16="http://schemas.microsoft.com/office/drawing/2014/main" id="{87FB5897-AB90-A53D-FF35-CB772B2BEB25}"/>
              </a:ext>
            </a:extLst>
          </p:cNvPr>
          <p:cNvSpPr/>
          <p:nvPr/>
        </p:nvSpPr>
        <p:spPr>
          <a:xfrm>
            <a:off x="5189545" y="4521758"/>
            <a:ext cx="906456" cy="241161"/>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 name="Picture 12">
            <a:extLst>
              <a:ext uri="{FF2B5EF4-FFF2-40B4-BE49-F238E27FC236}">
                <a16:creationId xmlns:a16="http://schemas.microsoft.com/office/drawing/2014/main" id="{D9373DE3-DD6A-2E2F-AE68-748F48B57548}"/>
              </a:ext>
            </a:extLst>
          </p:cNvPr>
          <p:cNvPicPr>
            <a:picLocks noChangeAspect="1"/>
          </p:cNvPicPr>
          <p:nvPr/>
        </p:nvPicPr>
        <p:blipFill>
          <a:blip r:embed="rId3"/>
          <a:stretch>
            <a:fillRect/>
          </a:stretch>
        </p:blipFill>
        <p:spPr>
          <a:xfrm>
            <a:off x="6486734" y="1771285"/>
            <a:ext cx="5247955" cy="3644777"/>
          </a:xfrm>
          <a:prstGeom prst="rect">
            <a:avLst/>
          </a:prstGeom>
        </p:spPr>
      </p:pic>
      <p:sp>
        <p:nvSpPr>
          <p:cNvPr id="11" name="Rectangle 10">
            <a:extLst>
              <a:ext uri="{FF2B5EF4-FFF2-40B4-BE49-F238E27FC236}">
                <a16:creationId xmlns:a16="http://schemas.microsoft.com/office/drawing/2014/main" id="{6E3BC091-6C22-8B8D-BBB7-D078A7F144A8}"/>
              </a:ext>
            </a:extLst>
          </p:cNvPr>
          <p:cNvSpPr/>
          <p:nvPr/>
        </p:nvSpPr>
        <p:spPr>
          <a:xfrm>
            <a:off x="10828233" y="4200210"/>
            <a:ext cx="906456" cy="321547"/>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1707DC3F-1CAF-BF37-0363-94FE53AF5892}"/>
              </a:ext>
            </a:extLst>
          </p:cNvPr>
          <p:cNvSpPr txBox="1"/>
          <p:nvPr/>
        </p:nvSpPr>
        <p:spPr>
          <a:xfrm>
            <a:off x="2966129" y="2596269"/>
            <a:ext cx="2409739" cy="374250"/>
          </a:xfrm>
          <a:prstGeom prst="rect">
            <a:avLst/>
          </a:prstGeom>
          <a:noFill/>
        </p:spPr>
        <p:txBody>
          <a:bodyPr wrap="square" rtlCol="0">
            <a:spAutoFit/>
          </a:bodyPr>
          <a:lstStyle/>
          <a:p>
            <a:r>
              <a:rPr lang="en-US" dirty="0">
                <a:solidFill>
                  <a:srgbClr val="92D050"/>
                </a:solidFill>
              </a:rPr>
              <a:t>555 timer falling edge</a:t>
            </a:r>
            <a:endParaRPr lang="en-IN" dirty="0">
              <a:solidFill>
                <a:srgbClr val="92D050"/>
              </a:solidFill>
            </a:endParaRPr>
          </a:p>
        </p:txBody>
      </p:sp>
      <p:sp>
        <p:nvSpPr>
          <p:cNvPr id="15" name="TextBox 14">
            <a:extLst>
              <a:ext uri="{FF2B5EF4-FFF2-40B4-BE49-F238E27FC236}">
                <a16:creationId xmlns:a16="http://schemas.microsoft.com/office/drawing/2014/main" id="{49E5FDFE-E672-6F89-6AA1-C4F65C349FC0}"/>
              </a:ext>
            </a:extLst>
          </p:cNvPr>
          <p:cNvSpPr txBox="1"/>
          <p:nvPr/>
        </p:nvSpPr>
        <p:spPr>
          <a:xfrm>
            <a:off x="6675422" y="2596269"/>
            <a:ext cx="2409739" cy="374250"/>
          </a:xfrm>
          <a:prstGeom prst="rect">
            <a:avLst/>
          </a:prstGeom>
          <a:noFill/>
        </p:spPr>
        <p:txBody>
          <a:bodyPr wrap="square" rtlCol="0">
            <a:spAutoFit/>
          </a:bodyPr>
          <a:lstStyle/>
          <a:p>
            <a:r>
              <a:rPr lang="en-US" dirty="0">
                <a:solidFill>
                  <a:srgbClr val="92D050"/>
                </a:solidFill>
              </a:rPr>
              <a:t>555 timer rising edge</a:t>
            </a:r>
            <a:endParaRPr lang="en-IN" dirty="0">
              <a:solidFill>
                <a:srgbClr val="92D050"/>
              </a:solidFill>
            </a:endParaRPr>
          </a:p>
        </p:txBody>
      </p:sp>
      <p:sp>
        <p:nvSpPr>
          <p:cNvPr id="16" name="TextBox 15">
            <a:extLst>
              <a:ext uri="{FF2B5EF4-FFF2-40B4-BE49-F238E27FC236}">
                <a16:creationId xmlns:a16="http://schemas.microsoft.com/office/drawing/2014/main" id="{77E30461-EB11-201B-693D-C178F350488E}"/>
              </a:ext>
            </a:extLst>
          </p:cNvPr>
          <p:cNvSpPr txBox="1"/>
          <p:nvPr/>
        </p:nvSpPr>
        <p:spPr>
          <a:xfrm>
            <a:off x="740609" y="3564316"/>
            <a:ext cx="2889116" cy="646331"/>
          </a:xfrm>
          <a:prstGeom prst="rect">
            <a:avLst/>
          </a:prstGeom>
          <a:noFill/>
        </p:spPr>
        <p:txBody>
          <a:bodyPr wrap="square" rtlCol="0">
            <a:spAutoFit/>
          </a:bodyPr>
          <a:lstStyle/>
          <a:p>
            <a:r>
              <a:rPr lang="en-US" dirty="0">
                <a:solidFill>
                  <a:srgbClr val="0070C0"/>
                </a:solidFill>
              </a:rPr>
              <a:t>Hex inverter o/p rising edge</a:t>
            </a:r>
          </a:p>
          <a:p>
            <a:endParaRPr lang="en-IN" dirty="0">
              <a:solidFill>
                <a:srgbClr val="0070C0"/>
              </a:solidFill>
            </a:endParaRPr>
          </a:p>
        </p:txBody>
      </p:sp>
      <p:sp>
        <p:nvSpPr>
          <p:cNvPr id="17" name="TextBox 16">
            <a:extLst>
              <a:ext uri="{FF2B5EF4-FFF2-40B4-BE49-F238E27FC236}">
                <a16:creationId xmlns:a16="http://schemas.microsoft.com/office/drawing/2014/main" id="{F0010184-B478-3F9C-5DA6-A0977D29DE4A}"/>
              </a:ext>
            </a:extLst>
          </p:cNvPr>
          <p:cNvSpPr txBox="1"/>
          <p:nvPr/>
        </p:nvSpPr>
        <p:spPr>
          <a:xfrm>
            <a:off x="7916617" y="3470718"/>
            <a:ext cx="2985843" cy="646331"/>
          </a:xfrm>
          <a:prstGeom prst="rect">
            <a:avLst/>
          </a:prstGeom>
          <a:noFill/>
        </p:spPr>
        <p:txBody>
          <a:bodyPr wrap="square" rtlCol="0">
            <a:spAutoFit/>
          </a:bodyPr>
          <a:lstStyle/>
          <a:p>
            <a:r>
              <a:rPr lang="en-US" dirty="0">
                <a:solidFill>
                  <a:srgbClr val="0070C0"/>
                </a:solidFill>
              </a:rPr>
              <a:t>Hex inverter o/p falling edge</a:t>
            </a:r>
          </a:p>
          <a:p>
            <a:endParaRPr lang="en-IN" dirty="0">
              <a:solidFill>
                <a:srgbClr val="0070C0"/>
              </a:solidFill>
            </a:endParaRPr>
          </a:p>
        </p:txBody>
      </p:sp>
    </p:spTree>
    <p:extLst>
      <p:ext uri="{BB962C8B-B14F-4D97-AF65-F5344CB8AC3E}">
        <p14:creationId xmlns:p14="http://schemas.microsoft.com/office/powerpoint/2010/main" val="37382155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03A1A-5942-ECCE-453A-A7394FE1CA7C}"/>
              </a:ext>
            </a:extLst>
          </p:cNvPr>
          <p:cNvSpPr>
            <a:spLocks noGrp="1"/>
          </p:cNvSpPr>
          <p:nvPr>
            <p:ph type="title"/>
          </p:nvPr>
        </p:nvSpPr>
        <p:spPr>
          <a:xfrm>
            <a:off x="1141413" y="443311"/>
            <a:ext cx="9905998" cy="782265"/>
          </a:xfrm>
        </p:spPr>
        <p:txBody>
          <a:bodyPr/>
          <a:lstStyle/>
          <a:p>
            <a:pPr algn="ctr"/>
            <a:r>
              <a:rPr lang="en-US" dirty="0"/>
              <a:t>Thevenin resistance</a:t>
            </a:r>
            <a:endParaRPr lang="en-IN" dirty="0"/>
          </a:p>
        </p:txBody>
      </p:sp>
      <p:pic>
        <p:nvPicPr>
          <p:cNvPr id="5" name="Picture 4">
            <a:extLst>
              <a:ext uri="{FF2B5EF4-FFF2-40B4-BE49-F238E27FC236}">
                <a16:creationId xmlns:a16="http://schemas.microsoft.com/office/drawing/2014/main" id="{C12AB1D1-72AF-EF5D-2D56-6938826467C5}"/>
              </a:ext>
            </a:extLst>
          </p:cNvPr>
          <p:cNvPicPr>
            <a:picLocks noChangeAspect="1"/>
          </p:cNvPicPr>
          <p:nvPr/>
        </p:nvPicPr>
        <p:blipFill>
          <a:blip r:embed="rId2"/>
          <a:stretch>
            <a:fillRect/>
          </a:stretch>
        </p:blipFill>
        <p:spPr>
          <a:xfrm>
            <a:off x="120126" y="1291265"/>
            <a:ext cx="5939204" cy="4469177"/>
          </a:xfrm>
          <a:prstGeom prst="rect">
            <a:avLst/>
          </a:prstGeom>
        </p:spPr>
      </p:pic>
      <p:pic>
        <p:nvPicPr>
          <p:cNvPr id="7" name="Picture 6">
            <a:extLst>
              <a:ext uri="{FF2B5EF4-FFF2-40B4-BE49-F238E27FC236}">
                <a16:creationId xmlns:a16="http://schemas.microsoft.com/office/drawing/2014/main" id="{82364B24-25CA-5364-FF0B-FB26C802E84E}"/>
              </a:ext>
            </a:extLst>
          </p:cNvPr>
          <p:cNvPicPr>
            <a:picLocks noChangeAspect="1"/>
          </p:cNvPicPr>
          <p:nvPr/>
        </p:nvPicPr>
        <p:blipFill>
          <a:blip r:embed="rId3"/>
          <a:stretch>
            <a:fillRect/>
          </a:stretch>
        </p:blipFill>
        <p:spPr>
          <a:xfrm>
            <a:off x="6206532" y="1291265"/>
            <a:ext cx="5862166" cy="4418498"/>
          </a:xfrm>
          <a:prstGeom prst="rect">
            <a:avLst/>
          </a:prstGeom>
        </p:spPr>
      </p:pic>
      <p:pic>
        <p:nvPicPr>
          <p:cNvPr id="9" name="Picture 8">
            <a:extLst>
              <a:ext uri="{FF2B5EF4-FFF2-40B4-BE49-F238E27FC236}">
                <a16:creationId xmlns:a16="http://schemas.microsoft.com/office/drawing/2014/main" id="{2C159130-2939-9806-41D4-0164F59D1E51}"/>
              </a:ext>
            </a:extLst>
          </p:cNvPr>
          <p:cNvPicPr>
            <a:picLocks noChangeAspect="1"/>
          </p:cNvPicPr>
          <p:nvPr/>
        </p:nvPicPr>
        <p:blipFill>
          <a:blip r:embed="rId4"/>
          <a:stretch>
            <a:fillRect/>
          </a:stretch>
        </p:blipFill>
        <p:spPr>
          <a:xfrm>
            <a:off x="3713494" y="5891819"/>
            <a:ext cx="1790700" cy="695325"/>
          </a:xfrm>
          <a:prstGeom prst="rect">
            <a:avLst/>
          </a:prstGeom>
        </p:spPr>
      </p:pic>
      <p:pic>
        <p:nvPicPr>
          <p:cNvPr id="11" name="Picture 10">
            <a:extLst>
              <a:ext uri="{FF2B5EF4-FFF2-40B4-BE49-F238E27FC236}">
                <a16:creationId xmlns:a16="http://schemas.microsoft.com/office/drawing/2014/main" id="{076827CF-7045-77D2-6483-F4954D9D8C08}"/>
              </a:ext>
            </a:extLst>
          </p:cNvPr>
          <p:cNvPicPr>
            <a:picLocks noChangeAspect="1"/>
          </p:cNvPicPr>
          <p:nvPr/>
        </p:nvPicPr>
        <p:blipFill>
          <a:blip r:embed="rId5"/>
          <a:stretch>
            <a:fillRect/>
          </a:stretch>
        </p:blipFill>
        <p:spPr>
          <a:xfrm>
            <a:off x="5504194" y="5891820"/>
            <a:ext cx="1609725" cy="695324"/>
          </a:xfrm>
          <a:prstGeom prst="rect">
            <a:avLst/>
          </a:prstGeom>
        </p:spPr>
      </p:pic>
      <p:sp>
        <p:nvSpPr>
          <p:cNvPr id="12" name="Rectangle 11">
            <a:extLst>
              <a:ext uri="{FF2B5EF4-FFF2-40B4-BE49-F238E27FC236}">
                <a16:creationId xmlns:a16="http://schemas.microsoft.com/office/drawing/2014/main" id="{14E2BC7B-8DF2-4E5E-FC7C-F365FBE1B151}"/>
              </a:ext>
            </a:extLst>
          </p:cNvPr>
          <p:cNvSpPr/>
          <p:nvPr/>
        </p:nvSpPr>
        <p:spPr>
          <a:xfrm>
            <a:off x="1141413" y="5408579"/>
            <a:ext cx="1232136" cy="35186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A5A94B54-0171-524F-15AE-6BF82C9E77B8}"/>
              </a:ext>
            </a:extLst>
          </p:cNvPr>
          <p:cNvSpPr/>
          <p:nvPr/>
        </p:nvSpPr>
        <p:spPr>
          <a:xfrm>
            <a:off x="7208230" y="5357900"/>
            <a:ext cx="1232136" cy="35186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EC158216-140C-302F-FD97-60121E59EAA5}"/>
              </a:ext>
            </a:extLst>
          </p:cNvPr>
          <p:cNvSpPr/>
          <p:nvPr/>
        </p:nvSpPr>
        <p:spPr>
          <a:xfrm>
            <a:off x="4919655" y="4014281"/>
            <a:ext cx="1232136" cy="351863"/>
          </a:xfrm>
          <a:prstGeom prst="rect">
            <a:avLst/>
          </a:prstGeom>
          <a:no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a:extLst>
              <a:ext uri="{FF2B5EF4-FFF2-40B4-BE49-F238E27FC236}">
                <a16:creationId xmlns:a16="http://schemas.microsoft.com/office/drawing/2014/main" id="{25EF0C0B-3C15-9E0D-9AA0-E6AD86A21586}"/>
              </a:ext>
            </a:extLst>
          </p:cNvPr>
          <p:cNvSpPr/>
          <p:nvPr/>
        </p:nvSpPr>
        <p:spPr>
          <a:xfrm>
            <a:off x="10951320" y="4014280"/>
            <a:ext cx="1204260" cy="351863"/>
          </a:xfrm>
          <a:prstGeom prst="rect">
            <a:avLst/>
          </a:prstGeom>
          <a:noFill/>
          <a:ln>
            <a:solidFill>
              <a:schemeClr val="accent4">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1BB7FB64-0CF3-2B60-D334-5E9CA746469F}"/>
              </a:ext>
            </a:extLst>
          </p:cNvPr>
          <p:cNvSpPr txBox="1"/>
          <p:nvPr/>
        </p:nvSpPr>
        <p:spPr>
          <a:xfrm>
            <a:off x="8155156" y="6013178"/>
            <a:ext cx="982459" cy="369332"/>
          </a:xfrm>
          <a:prstGeom prst="rect">
            <a:avLst/>
          </a:prstGeom>
          <a:noFill/>
        </p:spPr>
        <p:txBody>
          <a:bodyPr wrap="square" rtlCol="0">
            <a:spAutoFit/>
          </a:bodyPr>
          <a:lstStyle/>
          <a:p>
            <a:r>
              <a:rPr lang="en-US" dirty="0">
                <a:solidFill>
                  <a:schemeClr val="bg1"/>
                </a:solidFill>
                <a:highlight>
                  <a:srgbClr val="FFFF00"/>
                </a:highlight>
              </a:rPr>
              <a:t>~3</a:t>
            </a:r>
            <a:r>
              <a:rPr lang="el-GR" dirty="0">
                <a:solidFill>
                  <a:schemeClr val="bg1"/>
                </a:solidFill>
                <a:highlight>
                  <a:srgbClr val="FFFF00"/>
                </a:highlight>
              </a:rPr>
              <a:t>Ω</a:t>
            </a:r>
            <a:endParaRPr lang="en-IN" dirty="0">
              <a:solidFill>
                <a:schemeClr val="bg1"/>
              </a:solidFill>
              <a:highlight>
                <a:srgbClr val="FFFF00"/>
              </a:highlight>
            </a:endParaRPr>
          </a:p>
        </p:txBody>
      </p:sp>
      <p:sp>
        <p:nvSpPr>
          <p:cNvPr id="17" name="Arrow: Right 16">
            <a:extLst>
              <a:ext uri="{FF2B5EF4-FFF2-40B4-BE49-F238E27FC236}">
                <a16:creationId xmlns:a16="http://schemas.microsoft.com/office/drawing/2014/main" id="{070E8B3C-79B4-5D2C-8AA9-29418AE58C75}"/>
              </a:ext>
            </a:extLst>
          </p:cNvPr>
          <p:cNvSpPr/>
          <p:nvPr/>
        </p:nvSpPr>
        <p:spPr>
          <a:xfrm>
            <a:off x="7363838" y="6013178"/>
            <a:ext cx="719847" cy="35186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0653765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91B1D-E910-2BCA-731C-1B7B83B9328B}"/>
              </a:ext>
            </a:extLst>
          </p:cNvPr>
          <p:cNvSpPr>
            <a:spLocks noGrp="1"/>
          </p:cNvSpPr>
          <p:nvPr>
            <p:ph type="title"/>
          </p:nvPr>
        </p:nvSpPr>
        <p:spPr>
          <a:xfrm>
            <a:off x="1462426" y="255615"/>
            <a:ext cx="9905998" cy="947635"/>
          </a:xfrm>
        </p:spPr>
        <p:txBody>
          <a:bodyPr/>
          <a:lstStyle/>
          <a:p>
            <a:r>
              <a:rPr lang="en-US" dirty="0"/>
              <a:t>Time delay between peaks in the Ringing</a:t>
            </a:r>
            <a:endParaRPr lang="en-IN" dirty="0"/>
          </a:p>
        </p:txBody>
      </p:sp>
      <p:pic>
        <p:nvPicPr>
          <p:cNvPr id="5" name="Picture 4">
            <a:extLst>
              <a:ext uri="{FF2B5EF4-FFF2-40B4-BE49-F238E27FC236}">
                <a16:creationId xmlns:a16="http://schemas.microsoft.com/office/drawing/2014/main" id="{BE16BCF2-7CB5-E89E-5ADF-90BAD254F129}"/>
              </a:ext>
            </a:extLst>
          </p:cNvPr>
          <p:cNvPicPr>
            <a:picLocks noChangeAspect="1"/>
          </p:cNvPicPr>
          <p:nvPr/>
        </p:nvPicPr>
        <p:blipFill>
          <a:blip r:embed="rId2"/>
          <a:stretch>
            <a:fillRect/>
          </a:stretch>
        </p:blipFill>
        <p:spPr>
          <a:xfrm>
            <a:off x="5479284" y="1147129"/>
            <a:ext cx="5733473" cy="4319740"/>
          </a:xfrm>
          <a:prstGeom prst="rect">
            <a:avLst/>
          </a:prstGeom>
        </p:spPr>
      </p:pic>
      <p:pic>
        <p:nvPicPr>
          <p:cNvPr id="7" name="Picture 6">
            <a:extLst>
              <a:ext uri="{FF2B5EF4-FFF2-40B4-BE49-F238E27FC236}">
                <a16:creationId xmlns:a16="http://schemas.microsoft.com/office/drawing/2014/main" id="{DEBC0414-9902-9B75-F9FD-E17823C8E02D}"/>
              </a:ext>
            </a:extLst>
          </p:cNvPr>
          <p:cNvPicPr>
            <a:picLocks noChangeAspect="1"/>
          </p:cNvPicPr>
          <p:nvPr/>
        </p:nvPicPr>
        <p:blipFill>
          <a:blip r:embed="rId3"/>
          <a:stretch>
            <a:fillRect/>
          </a:stretch>
        </p:blipFill>
        <p:spPr>
          <a:xfrm>
            <a:off x="979243" y="1459149"/>
            <a:ext cx="1933575" cy="3695700"/>
          </a:xfrm>
          <a:prstGeom prst="rect">
            <a:avLst/>
          </a:prstGeom>
        </p:spPr>
      </p:pic>
      <p:sp>
        <p:nvSpPr>
          <p:cNvPr id="8" name="Right Brace 7">
            <a:extLst>
              <a:ext uri="{FF2B5EF4-FFF2-40B4-BE49-F238E27FC236}">
                <a16:creationId xmlns:a16="http://schemas.microsoft.com/office/drawing/2014/main" id="{877FEE61-2591-CA2E-F59E-18EE6873C7E9}"/>
              </a:ext>
            </a:extLst>
          </p:cNvPr>
          <p:cNvSpPr/>
          <p:nvPr/>
        </p:nvSpPr>
        <p:spPr>
          <a:xfrm>
            <a:off x="2857491" y="2180492"/>
            <a:ext cx="371789" cy="2783394"/>
          </a:xfrm>
          <a:prstGeom prst="rightBrace">
            <a:avLst/>
          </a:prstGeom>
          <a:ln>
            <a:solidFill>
              <a:srgbClr val="FFFF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9" name="TextBox 8">
            <a:extLst>
              <a:ext uri="{FF2B5EF4-FFF2-40B4-BE49-F238E27FC236}">
                <a16:creationId xmlns:a16="http://schemas.microsoft.com/office/drawing/2014/main" id="{3CC16789-6DB5-BA48-9A87-B11E1D2B8156}"/>
              </a:ext>
            </a:extLst>
          </p:cNvPr>
          <p:cNvSpPr txBox="1"/>
          <p:nvPr/>
        </p:nvSpPr>
        <p:spPr>
          <a:xfrm>
            <a:off x="3251105" y="3355883"/>
            <a:ext cx="1337747" cy="369332"/>
          </a:xfrm>
          <a:prstGeom prst="rect">
            <a:avLst/>
          </a:prstGeom>
          <a:noFill/>
        </p:spPr>
        <p:txBody>
          <a:bodyPr wrap="square" rtlCol="0">
            <a:spAutoFit/>
          </a:bodyPr>
          <a:lstStyle/>
          <a:p>
            <a:r>
              <a:rPr lang="en-US" dirty="0"/>
              <a:t>24inch long</a:t>
            </a:r>
            <a:endParaRPr lang="en-IN" dirty="0"/>
          </a:p>
        </p:txBody>
      </p:sp>
      <p:sp>
        <p:nvSpPr>
          <p:cNvPr id="10" name="TextBox 9">
            <a:extLst>
              <a:ext uri="{FF2B5EF4-FFF2-40B4-BE49-F238E27FC236}">
                <a16:creationId xmlns:a16="http://schemas.microsoft.com/office/drawing/2014/main" id="{1832484D-AE09-CE9E-2A97-5C93C5A09562}"/>
              </a:ext>
            </a:extLst>
          </p:cNvPr>
          <p:cNvSpPr txBox="1"/>
          <p:nvPr/>
        </p:nvSpPr>
        <p:spPr>
          <a:xfrm>
            <a:off x="826852" y="5466869"/>
            <a:ext cx="8103140" cy="1200329"/>
          </a:xfrm>
          <a:prstGeom prst="rect">
            <a:avLst/>
          </a:prstGeom>
          <a:noFill/>
        </p:spPr>
        <p:txBody>
          <a:bodyPr wrap="square" rtlCol="0">
            <a:spAutoFit/>
          </a:bodyPr>
          <a:lstStyle/>
          <a:p>
            <a:r>
              <a:rPr lang="en-US" dirty="0"/>
              <a:t>For an FR4 substrate, the signal velocity is approximately 6 inches/ns. The spatial extent of the 24-inch trace takes a time delay (TD) of 4 ns. According to the bounce diagram, peaks occur at 4TD, so the expected peak is at 16 ns. However, the measured peak was 18.76 ns due to the parasitic capacitance of the probe.</a:t>
            </a:r>
            <a:endParaRPr lang="en-IN" dirty="0"/>
          </a:p>
        </p:txBody>
      </p:sp>
      <p:sp>
        <p:nvSpPr>
          <p:cNvPr id="11" name="Rectangle 10">
            <a:extLst>
              <a:ext uri="{FF2B5EF4-FFF2-40B4-BE49-F238E27FC236}">
                <a16:creationId xmlns:a16="http://schemas.microsoft.com/office/drawing/2014/main" id="{BBDF70B6-BBF6-20C4-4B92-6545793CFEA7}"/>
              </a:ext>
            </a:extLst>
          </p:cNvPr>
          <p:cNvSpPr/>
          <p:nvPr/>
        </p:nvSpPr>
        <p:spPr>
          <a:xfrm>
            <a:off x="10136326" y="2529192"/>
            <a:ext cx="1076431" cy="340467"/>
          </a:xfrm>
          <a:prstGeom prst="rect">
            <a:avLst/>
          </a:prstGeom>
          <a:no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0513457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418105-26A3-659A-9BD8-5A06479389A4}"/>
              </a:ext>
            </a:extLst>
          </p:cNvPr>
          <p:cNvSpPr>
            <a:spLocks noGrp="1"/>
          </p:cNvSpPr>
          <p:nvPr>
            <p:ph type="title"/>
          </p:nvPr>
        </p:nvSpPr>
        <p:spPr>
          <a:xfrm>
            <a:off x="1511901" y="556828"/>
            <a:ext cx="9831387" cy="875489"/>
          </a:xfrm>
        </p:spPr>
        <p:txBody>
          <a:bodyPr>
            <a:normAutofit fontScale="90000"/>
          </a:bodyPr>
          <a:lstStyle/>
          <a:p>
            <a:pPr algn="ctr"/>
            <a:r>
              <a:rPr lang="en-US" dirty="0"/>
              <a:t>3, 50, 450</a:t>
            </a:r>
            <a:r>
              <a:rPr lang="el-GR" dirty="0"/>
              <a:t>Ω</a:t>
            </a:r>
            <a:r>
              <a:rPr lang="en-US" dirty="0"/>
              <a:t> output impedance VS 1M at scope</a:t>
            </a:r>
            <a:br>
              <a:rPr lang="en-US" dirty="0"/>
            </a:br>
            <a:endParaRPr lang="en-IN" dirty="0"/>
          </a:p>
        </p:txBody>
      </p:sp>
      <p:pic>
        <p:nvPicPr>
          <p:cNvPr id="5" name="Picture 4">
            <a:extLst>
              <a:ext uri="{FF2B5EF4-FFF2-40B4-BE49-F238E27FC236}">
                <a16:creationId xmlns:a16="http://schemas.microsoft.com/office/drawing/2014/main" id="{930447AF-B572-A992-7F4C-88F916FA4069}"/>
              </a:ext>
            </a:extLst>
          </p:cNvPr>
          <p:cNvPicPr>
            <a:picLocks noChangeAspect="1"/>
          </p:cNvPicPr>
          <p:nvPr/>
        </p:nvPicPr>
        <p:blipFill>
          <a:blip r:embed="rId2"/>
          <a:stretch>
            <a:fillRect/>
          </a:stretch>
        </p:blipFill>
        <p:spPr>
          <a:xfrm>
            <a:off x="2685250" y="1165394"/>
            <a:ext cx="7639050" cy="5219700"/>
          </a:xfrm>
          <a:prstGeom prst="rect">
            <a:avLst/>
          </a:prstGeom>
        </p:spPr>
      </p:pic>
      <p:sp>
        <p:nvSpPr>
          <p:cNvPr id="6" name="TextBox 5">
            <a:extLst>
              <a:ext uri="{FF2B5EF4-FFF2-40B4-BE49-F238E27FC236}">
                <a16:creationId xmlns:a16="http://schemas.microsoft.com/office/drawing/2014/main" id="{BC6213F5-398D-7143-1213-72785BF69DAC}"/>
              </a:ext>
            </a:extLst>
          </p:cNvPr>
          <p:cNvSpPr txBox="1"/>
          <p:nvPr/>
        </p:nvSpPr>
        <p:spPr>
          <a:xfrm>
            <a:off x="2892534" y="1856217"/>
            <a:ext cx="1818752" cy="369332"/>
          </a:xfrm>
          <a:prstGeom prst="rect">
            <a:avLst/>
          </a:prstGeom>
          <a:noFill/>
        </p:spPr>
        <p:txBody>
          <a:bodyPr wrap="square" rtlCol="0">
            <a:spAutoFit/>
          </a:bodyPr>
          <a:lstStyle/>
          <a:p>
            <a:r>
              <a:rPr lang="en-US" dirty="0">
                <a:solidFill>
                  <a:srgbClr val="FFFF00"/>
                </a:solidFill>
              </a:rPr>
              <a:t>Hex inverter I/P</a:t>
            </a:r>
            <a:endParaRPr lang="en-IN" dirty="0">
              <a:solidFill>
                <a:srgbClr val="FFFF00"/>
              </a:solidFill>
            </a:endParaRPr>
          </a:p>
        </p:txBody>
      </p:sp>
      <p:sp>
        <p:nvSpPr>
          <p:cNvPr id="7" name="TextBox 6">
            <a:extLst>
              <a:ext uri="{FF2B5EF4-FFF2-40B4-BE49-F238E27FC236}">
                <a16:creationId xmlns:a16="http://schemas.microsoft.com/office/drawing/2014/main" id="{0FA76EC6-A439-C3C2-1F48-C72B44A4E423}"/>
              </a:ext>
            </a:extLst>
          </p:cNvPr>
          <p:cNvSpPr txBox="1"/>
          <p:nvPr/>
        </p:nvSpPr>
        <p:spPr>
          <a:xfrm>
            <a:off x="3934604" y="2700473"/>
            <a:ext cx="2570171" cy="369333"/>
          </a:xfrm>
          <a:prstGeom prst="rect">
            <a:avLst/>
          </a:prstGeom>
          <a:noFill/>
        </p:spPr>
        <p:txBody>
          <a:bodyPr wrap="square" rtlCol="0">
            <a:spAutoFit/>
          </a:bodyPr>
          <a:lstStyle/>
          <a:p>
            <a:r>
              <a:rPr lang="en-US" dirty="0">
                <a:solidFill>
                  <a:schemeClr val="accent6"/>
                </a:solidFill>
              </a:rPr>
              <a:t>Hex inverter  </a:t>
            </a:r>
            <a:r>
              <a:rPr lang="en-US" dirty="0">
                <a:solidFill>
                  <a:srgbClr val="92D050"/>
                </a:solidFill>
              </a:rPr>
              <a:t>O/P Z =3</a:t>
            </a:r>
            <a:r>
              <a:rPr lang="el-GR" dirty="0">
                <a:solidFill>
                  <a:srgbClr val="92D050"/>
                </a:solidFill>
              </a:rPr>
              <a:t>Ω</a:t>
            </a:r>
            <a:endParaRPr lang="en-IN" dirty="0">
              <a:solidFill>
                <a:srgbClr val="92D050"/>
              </a:solidFill>
            </a:endParaRPr>
          </a:p>
        </p:txBody>
      </p:sp>
      <p:sp>
        <p:nvSpPr>
          <p:cNvPr id="8" name="TextBox 7">
            <a:extLst>
              <a:ext uri="{FF2B5EF4-FFF2-40B4-BE49-F238E27FC236}">
                <a16:creationId xmlns:a16="http://schemas.microsoft.com/office/drawing/2014/main" id="{4847940B-D9A7-9F2F-551D-DFFCC9219CF8}"/>
              </a:ext>
            </a:extLst>
          </p:cNvPr>
          <p:cNvSpPr txBox="1"/>
          <p:nvPr/>
        </p:nvSpPr>
        <p:spPr>
          <a:xfrm>
            <a:off x="6225881" y="3429000"/>
            <a:ext cx="2908392" cy="369332"/>
          </a:xfrm>
          <a:prstGeom prst="rect">
            <a:avLst/>
          </a:prstGeom>
          <a:noFill/>
        </p:spPr>
        <p:txBody>
          <a:bodyPr wrap="square" rtlCol="0">
            <a:spAutoFit/>
          </a:bodyPr>
          <a:lstStyle/>
          <a:p>
            <a:r>
              <a:rPr lang="en-US" dirty="0">
                <a:solidFill>
                  <a:srgbClr val="0070C0"/>
                </a:solidFill>
              </a:rPr>
              <a:t>Hex inverter  O/P Z =  50</a:t>
            </a:r>
            <a:r>
              <a:rPr lang="el-GR" dirty="0">
                <a:solidFill>
                  <a:srgbClr val="0070C0"/>
                </a:solidFill>
              </a:rPr>
              <a:t>Ω</a:t>
            </a:r>
            <a:endParaRPr lang="en-IN" dirty="0">
              <a:solidFill>
                <a:srgbClr val="0070C0"/>
              </a:solidFill>
            </a:endParaRPr>
          </a:p>
        </p:txBody>
      </p:sp>
      <p:sp>
        <p:nvSpPr>
          <p:cNvPr id="9" name="TextBox 8">
            <a:extLst>
              <a:ext uri="{FF2B5EF4-FFF2-40B4-BE49-F238E27FC236}">
                <a16:creationId xmlns:a16="http://schemas.microsoft.com/office/drawing/2014/main" id="{015E7F7A-C2C2-8F0A-0F0F-88B234D2238D}"/>
              </a:ext>
            </a:extLst>
          </p:cNvPr>
          <p:cNvSpPr txBox="1"/>
          <p:nvPr/>
        </p:nvSpPr>
        <p:spPr>
          <a:xfrm>
            <a:off x="3934604" y="5298809"/>
            <a:ext cx="2908392" cy="369332"/>
          </a:xfrm>
          <a:prstGeom prst="rect">
            <a:avLst/>
          </a:prstGeom>
          <a:noFill/>
        </p:spPr>
        <p:txBody>
          <a:bodyPr wrap="square" rtlCol="0">
            <a:spAutoFit/>
          </a:bodyPr>
          <a:lstStyle/>
          <a:p>
            <a:r>
              <a:rPr lang="en-US" dirty="0">
                <a:solidFill>
                  <a:schemeClr val="accent4">
                    <a:lumMod val="75000"/>
                  </a:schemeClr>
                </a:solidFill>
              </a:rPr>
              <a:t>Hex inverter  O/P Z = 450</a:t>
            </a:r>
            <a:r>
              <a:rPr lang="el-GR" dirty="0">
                <a:solidFill>
                  <a:schemeClr val="accent4">
                    <a:lumMod val="75000"/>
                  </a:schemeClr>
                </a:solidFill>
              </a:rPr>
              <a:t>Ω</a:t>
            </a:r>
            <a:endParaRPr lang="en-IN" dirty="0">
              <a:solidFill>
                <a:schemeClr val="accent4">
                  <a:lumMod val="75000"/>
                </a:schemeClr>
              </a:solidFill>
            </a:endParaRPr>
          </a:p>
        </p:txBody>
      </p:sp>
    </p:spTree>
    <p:extLst>
      <p:ext uri="{BB962C8B-B14F-4D97-AF65-F5344CB8AC3E}">
        <p14:creationId xmlns:p14="http://schemas.microsoft.com/office/powerpoint/2010/main" val="32161847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B24D8-7E3E-8BB1-6E9C-166F61E6D265}"/>
              </a:ext>
            </a:extLst>
          </p:cNvPr>
          <p:cNvSpPr>
            <a:spLocks noGrp="1"/>
          </p:cNvSpPr>
          <p:nvPr>
            <p:ph type="title"/>
          </p:nvPr>
        </p:nvSpPr>
        <p:spPr>
          <a:xfrm>
            <a:off x="914401" y="112680"/>
            <a:ext cx="10369684" cy="1434018"/>
          </a:xfrm>
        </p:spPr>
        <p:txBody>
          <a:bodyPr/>
          <a:lstStyle/>
          <a:p>
            <a:r>
              <a:rPr lang="en-US" dirty="0"/>
              <a:t>3, 50, 450</a:t>
            </a:r>
            <a:r>
              <a:rPr lang="el-GR" dirty="0"/>
              <a:t>Ω</a:t>
            </a:r>
            <a:r>
              <a:rPr lang="en-US" dirty="0"/>
              <a:t> output impedance VS 50</a:t>
            </a:r>
            <a:r>
              <a:rPr lang="el-GR" dirty="0"/>
              <a:t>Ω</a:t>
            </a:r>
            <a:r>
              <a:rPr lang="en-US" dirty="0"/>
              <a:t> at scope</a:t>
            </a:r>
            <a:endParaRPr lang="en-IN" dirty="0"/>
          </a:p>
        </p:txBody>
      </p:sp>
      <p:pic>
        <p:nvPicPr>
          <p:cNvPr id="5" name="Picture 4">
            <a:extLst>
              <a:ext uri="{FF2B5EF4-FFF2-40B4-BE49-F238E27FC236}">
                <a16:creationId xmlns:a16="http://schemas.microsoft.com/office/drawing/2014/main" id="{3549DB07-D980-9C2F-D694-BE97402C2447}"/>
              </a:ext>
            </a:extLst>
          </p:cNvPr>
          <p:cNvPicPr>
            <a:picLocks noChangeAspect="1"/>
          </p:cNvPicPr>
          <p:nvPr/>
        </p:nvPicPr>
        <p:blipFill>
          <a:blip r:embed="rId2"/>
          <a:stretch>
            <a:fillRect/>
          </a:stretch>
        </p:blipFill>
        <p:spPr>
          <a:xfrm>
            <a:off x="1434889" y="1166208"/>
            <a:ext cx="7967955" cy="5448601"/>
          </a:xfrm>
          <a:prstGeom prst="rect">
            <a:avLst/>
          </a:prstGeom>
        </p:spPr>
      </p:pic>
      <p:sp>
        <p:nvSpPr>
          <p:cNvPr id="6" name="TextBox 5">
            <a:extLst>
              <a:ext uri="{FF2B5EF4-FFF2-40B4-BE49-F238E27FC236}">
                <a16:creationId xmlns:a16="http://schemas.microsoft.com/office/drawing/2014/main" id="{AEC8A2BE-6AC0-4B6F-EE63-38CEBE8F17CA}"/>
              </a:ext>
            </a:extLst>
          </p:cNvPr>
          <p:cNvSpPr txBox="1"/>
          <p:nvPr/>
        </p:nvSpPr>
        <p:spPr>
          <a:xfrm>
            <a:off x="2038031" y="2831683"/>
            <a:ext cx="1818752" cy="369332"/>
          </a:xfrm>
          <a:prstGeom prst="rect">
            <a:avLst/>
          </a:prstGeom>
          <a:noFill/>
        </p:spPr>
        <p:txBody>
          <a:bodyPr wrap="square" rtlCol="0">
            <a:spAutoFit/>
          </a:bodyPr>
          <a:lstStyle/>
          <a:p>
            <a:r>
              <a:rPr lang="en-US" dirty="0">
                <a:solidFill>
                  <a:srgbClr val="FFFF00"/>
                </a:solidFill>
              </a:rPr>
              <a:t>Hex inverter I/P</a:t>
            </a:r>
            <a:endParaRPr lang="en-IN" dirty="0">
              <a:solidFill>
                <a:srgbClr val="FFFF00"/>
              </a:solidFill>
            </a:endParaRPr>
          </a:p>
        </p:txBody>
      </p:sp>
      <p:sp>
        <p:nvSpPr>
          <p:cNvPr id="7" name="TextBox 6">
            <a:extLst>
              <a:ext uri="{FF2B5EF4-FFF2-40B4-BE49-F238E27FC236}">
                <a16:creationId xmlns:a16="http://schemas.microsoft.com/office/drawing/2014/main" id="{C0125BD9-ACF9-8E2E-3762-7398CB0F1FDF}"/>
              </a:ext>
            </a:extLst>
          </p:cNvPr>
          <p:cNvSpPr txBox="1"/>
          <p:nvPr/>
        </p:nvSpPr>
        <p:spPr>
          <a:xfrm>
            <a:off x="3856783" y="4486001"/>
            <a:ext cx="2570171" cy="369333"/>
          </a:xfrm>
          <a:prstGeom prst="rect">
            <a:avLst/>
          </a:prstGeom>
          <a:noFill/>
        </p:spPr>
        <p:txBody>
          <a:bodyPr wrap="square" rtlCol="0">
            <a:spAutoFit/>
          </a:bodyPr>
          <a:lstStyle/>
          <a:p>
            <a:r>
              <a:rPr lang="en-US" dirty="0">
                <a:solidFill>
                  <a:schemeClr val="accent6"/>
                </a:solidFill>
              </a:rPr>
              <a:t>Hex inverter  </a:t>
            </a:r>
            <a:r>
              <a:rPr lang="en-US" dirty="0">
                <a:solidFill>
                  <a:srgbClr val="92D050"/>
                </a:solidFill>
              </a:rPr>
              <a:t>O/P Z =3</a:t>
            </a:r>
            <a:r>
              <a:rPr lang="el-GR" dirty="0">
                <a:solidFill>
                  <a:srgbClr val="92D050"/>
                </a:solidFill>
              </a:rPr>
              <a:t>Ω</a:t>
            </a:r>
            <a:endParaRPr lang="en-IN" dirty="0">
              <a:solidFill>
                <a:srgbClr val="92D050"/>
              </a:solidFill>
            </a:endParaRPr>
          </a:p>
        </p:txBody>
      </p:sp>
      <p:sp>
        <p:nvSpPr>
          <p:cNvPr id="8" name="TextBox 7">
            <a:extLst>
              <a:ext uri="{FF2B5EF4-FFF2-40B4-BE49-F238E27FC236}">
                <a16:creationId xmlns:a16="http://schemas.microsoft.com/office/drawing/2014/main" id="{52992345-6E48-14EA-DE78-73964BD22F51}"/>
              </a:ext>
            </a:extLst>
          </p:cNvPr>
          <p:cNvSpPr txBox="1"/>
          <p:nvPr/>
        </p:nvSpPr>
        <p:spPr>
          <a:xfrm>
            <a:off x="3856783" y="5195664"/>
            <a:ext cx="2908392" cy="369332"/>
          </a:xfrm>
          <a:prstGeom prst="rect">
            <a:avLst/>
          </a:prstGeom>
          <a:noFill/>
        </p:spPr>
        <p:txBody>
          <a:bodyPr wrap="square" rtlCol="0">
            <a:spAutoFit/>
          </a:bodyPr>
          <a:lstStyle/>
          <a:p>
            <a:r>
              <a:rPr lang="en-US" dirty="0">
                <a:solidFill>
                  <a:srgbClr val="0070C0"/>
                </a:solidFill>
              </a:rPr>
              <a:t>Hex inverter  O/P Z =  50</a:t>
            </a:r>
            <a:r>
              <a:rPr lang="el-GR" dirty="0">
                <a:solidFill>
                  <a:srgbClr val="0070C0"/>
                </a:solidFill>
              </a:rPr>
              <a:t>Ω</a:t>
            </a:r>
            <a:endParaRPr lang="en-IN" dirty="0">
              <a:solidFill>
                <a:srgbClr val="0070C0"/>
              </a:solidFill>
            </a:endParaRPr>
          </a:p>
        </p:txBody>
      </p:sp>
      <p:sp>
        <p:nvSpPr>
          <p:cNvPr id="9" name="TextBox 8">
            <a:extLst>
              <a:ext uri="{FF2B5EF4-FFF2-40B4-BE49-F238E27FC236}">
                <a16:creationId xmlns:a16="http://schemas.microsoft.com/office/drawing/2014/main" id="{C4BB4EC5-DFF2-88C5-AC2B-7FC53286AC16}"/>
              </a:ext>
            </a:extLst>
          </p:cNvPr>
          <p:cNvSpPr txBox="1"/>
          <p:nvPr/>
        </p:nvSpPr>
        <p:spPr>
          <a:xfrm>
            <a:off x="3856783" y="5905236"/>
            <a:ext cx="2908392" cy="369332"/>
          </a:xfrm>
          <a:prstGeom prst="rect">
            <a:avLst/>
          </a:prstGeom>
          <a:noFill/>
        </p:spPr>
        <p:txBody>
          <a:bodyPr wrap="square" rtlCol="0">
            <a:spAutoFit/>
          </a:bodyPr>
          <a:lstStyle/>
          <a:p>
            <a:r>
              <a:rPr lang="en-US" dirty="0">
                <a:solidFill>
                  <a:schemeClr val="accent4">
                    <a:lumMod val="75000"/>
                  </a:schemeClr>
                </a:solidFill>
              </a:rPr>
              <a:t>Hex inverter  O/P Z = 450</a:t>
            </a:r>
            <a:r>
              <a:rPr lang="el-GR" dirty="0">
                <a:solidFill>
                  <a:schemeClr val="accent4">
                    <a:lumMod val="75000"/>
                  </a:schemeClr>
                </a:solidFill>
              </a:rPr>
              <a:t>Ω</a:t>
            </a:r>
            <a:endParaRPr lang="en-IN" dirty="0">
              <a:solidFill>
                <a:schemeClr val="accent4">
                  <a:lumMod val="75000"/>
                </a:schemeClr>
              </a:solidFill>
            </a:endParaRPr>
          </a:p>
        </p:txBody>
      </p:sp>
      <p:sp>
        <p:nvSpPr>
          <p:cNvPr id="10" name="TextBox 9">
            <a:extLst>
              <a:ext uri="{FF2B5EF4-FFF2-40B4-BE49-F238E27FC236}">
                <a16:creationId xmlns:a16="http://schemas.microsoft.com/office/drawing/2014/main" id="{211A981C-4EED-551D-655D-463C50B8EE71}"/>
              </a:ext>
            </a:extLst>
          </p:cNvPr>
          <p:cNvSpPr txBox="1"/>
          <p:nvPr/>
        </p:nvSpPr>
        <p:spPr>
          <a:xfrm>
            <a:off x="9601180" y="2462351"/>
            <a:ext cx="2477345" cy="369332"/>
          </a:xfrm>
          <a:prstGeom prst="rect">
            <a:avLst/>
          </a:prstGeom>
          <a:noFill/>
        </p:spPr>
        <p:txBody>
          <a:bodyPr wrap="none" rtlCol="0">
            <a:spAutoFit/>
          </a:bodyPr>
          <a:lstStyle/>
          <a:p>
            <a:r>
              <a:rPr lang="en-US" dirty="0"/>
              <a:t>Acts as a voltage divider</a:t>
            </a:r>
            <a:endParaRPr lang="en-IN" dirty="0"/>
          </a:p>
        </p:txBody>
      </p:sp>
      <p:sp>
        <p:nvSpPr>
          <p:cNvPr id="11" name="Rectangle 10">
            <a:extLst>
              <a:ext uri="{FF2B5EF4-FFF2-40B4-BE49-F238E27FC236}">
                <a16:creationId xmlns:a16="http://schemas.microsoft.com/office/drawing/2014/main" id="{8853577B-CB01-F050-2259-A09FC6F92746}"/>
              </a:ext>
            </a:extLst>
          </p:cNvPr>
          <p:cNvSpPr/>
          <p:nvPr/>
        </p:nvSpPr>
        <p:spPr>
          <a:xfrm>
            <a:off x="8048578" y="2091447"/>
            <a:ext cx="1354266" cy="1206230"/>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0248851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07594-653F-DDED-46B2-78FC1257FF93}"/>
              </a:ext>
            </a:extLst>
          </p:cNvPr>
          <p:cNvSpPr>
            <a:spLocks noGrp="1"/>
          </p:cNvSpPr>
          <p:nvPr>
            <p:ph type="title"/>
          </p:nvPr>
        </p:nvSpPr>
        <p:spPr>
          <a:xfrm>
            <a:off x="1143001" y="0"/>
            <a:ext cx="9905998" cy="1478570"/>
          </a:xfrm>
        </p:spPr>
        <p:txBody>
          <a:bodyPr/>
          <a:lstStyle/>
          <a:p>
            <a:pPr algn="ctr"/>
            <a:r>
              <a:rPr lang="en-US" dirty="0"/>
              <a:t>reflection at matched 50</a:t>
            </a:r>
            <a:r>
              <a:rPr lang="el-GR" dirty="0"/>
              <a:t>Ω</a:t>
            </a:r>
            <a:r>
              <a:rPr lang="en-US" dirty="0"/>
              <a:t> impedance?</a:t>
            </a:r>
            <a:endParaRPr lang="en-IN" dirty="0"/>
          </a:p>
        </p:txBody>
      </p:sp>
      <p:pic>
        <p:nvPicPr>
          <p:cNvPr id="9" name="Picture 8">
            <a:extLst>
              <a:ext uri="{FF2B5EF4-FFF2-40B4-BE49-F238E27FC236}">
                <a16:creationId xmlns:a16="http://schemas.microsoft.com/office/drawing/2014/main" id="{16CF70FF-7E65-E6B0-4EB3-F063E1C2FAD3}"/>
              </a:ext>
            </a:extLst>
          </p:cNvPr>
          <p:cNvPicPr>
            <a:picLocks noChangeAspect="1"/>
          </p:cNvPicPr>
          <p:nvPr/>
        </p:nvPicPr>
        <p:blipFill>
          <a:blip r:embed="rId2"/>
          <a:stretch>
            <a:fillRect/>
          </a:stretch>
        </p:blipFill>
        <p:spPr>
          <a:xfrm>
            <a:off x="2580152" y="1245786"/>
            <a:ext cx="7031695" cy="5295690"/>
          </a:xfrm>
          <a:prstGeom prst="rect">
            <a:avLst/>
          </a:prstGeom>
        </p:spPr>
      </p:pic>
      <p:sp>
        <p:nvSpPr>
          <p:cNvPr id="10" name="TextBox 9">
            <a:extLst>
              <a:ext uri="{FF2B5EF4-FFF2-40B4-BE49-F238E27FC236}">
                <a16:creationId xmlns:a16="http://schemas.microsoft.com/office/drawing/2014/main" id="{5CB60B49-49F3-94F9-C899-9346818040F2}"/>
              </a:ext>
            </a:extLst>
          </p:cNvPr>
          <p:cNvSpPr txBox="1"/>
          <p:nvPr/>
        </p:nvSpPr>
        <p:spPr>
          <a:xfrm>
            <a:off x="5625293" y="4060200"/>
            <a:ext cx="2908392" cy="369332"/>
          </a:xfrm>
          <a:prstGeom prst="rect">
            <a:avLst/>
          </a:prstGeom>
          <a:noFill/>
        </p:spPr>
        <p:txBody>
          <a:bodyPr wrap="square" rtlCol="0">
            <a:spAutoFit/>
          </a:bodyPr>
          <a:lstStyle/>
          <a:p>
            <a:r>
              <a:rPr lang="en-US" dirty="0">
                <a:solidFill>
                  <a:srgbClr val="0070C0"/>
                </a:solidFill>
              </a:rPr>
              <a:t>Hex inverter  O/P Z =  50</a:t>
            </a:r>
            <a:r>
              <a:rPr lang="el-GR" dirty="0">
                <a:solidFill>
                  <a:srgbClr val="0070C0"/>
                </a:solidFill>
              </a:rPr>
              <a:t>Ω</a:t>
            </a:r>
            <a:endParaRPr lang="en-IN" dirty="0">
              <a:solidFill>
                <a:srgbClr val="0070C0"/>
              </a:solidFill>
            </a:endParaRPr>
          </a:p>
        </p:txBody>
      </p:sp>
      <p:sp>
        <p:nvSpPr>
          <p:cNvPr id="11" name="TextBox 10">
            <a:extLst>
              <a:ext uri="{FF2B5EF4-FFF2-40B4-BE49-F238E27FC236}">
                <a16:creationId xmlns:a16="http://schemas.microsoft.com/office/drawing/2014/main" id="{3EF91076-FB9B-C048-DAFA-49BE16631F3A}"/>
              </a:ext>
            </a:extLst>
          </p:cNvPr>
          <p:cNvSpPr txBox="1"/>
          <p:nvPr/>
        </p:nvSpPr>
        <p:spPr>
          <a:xfrm>
            <a:off x="5741028" y="2068385"/>
            <a:ext cx="2908392" cy="369332"/>
          </a:xfrm>
          <a:prstGeom prst="rect">
            <a:avLst/>
          </a:prstGeom>
          <a:noFill/>
        </p:spPr>
        <p:txBody>
          <a:bodyPr wrap="square" rtlCol="0">
            <a:spAutoFit/>
          </a:bodyPr>
          <a:lstStyle/>
          <a:p>
            <a:r>
              <a:rPr lang="en-US" dirty="0">
                <a:solidFill>
                  <a:srgbClr val="FFFF00"/>
                </a:solidFill>
              </a:rPr>
              <a:t>5V Power rail noise</a:t>
            </a:r>
            <a:endParaRPr lang="en-IN" dirty="0">
              <a:solidFill>
                <a:srgbClr val="FFFF00"/>
              </a:solidFill>
            </a:endParaRPr>
          </a:p>
        </p:txBody>
      </p:sp>
      <p:cxnSp>
        <p:nvCxnSpPr>
          <p:cNvPr id="13" name="Connector: Curved 12">
            <a:extLst>
              <a:ext uri="{FF2B5EF4-FFF2-40B4-BE49-F238E27FC236}">
                <a16:creationId xmlns:a16="http://schemas.microsoft.com/office/drawing/2014/main" id="{3055E798-AEBD-6EF5-2746-0A17CE8345ED}"/>
              </a:ext>
            </a:extLst>
          </p:cNvPr>
          <p:cNvCxnSpPr>
            <a:cxnSpLocks/>
          </p:cNvCxnSpPr>
          <p:nvPr/>
        </p:nvCxnSpPr>
        <p:spPr>
          <a:xfrm rot="16200000" flipH="1">
            <a:off x="5402672" y="3452203"/>
            <a:ext cx="445244" cy="2"/>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6990877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2578CA-DEC9-49C3-80AF-C113973CC9A9}"/>
    </a:ext>
  </a:extLst>
</a:theme>
</file>

<file path=docProps/app.xml><?xml version="1.0" encoding="utf-8"?>
<Properties xmlns="http://schemas.openxmlformats.org/officeDocument/2006/extended-properties" xmlns:vt="http://schemas.openxmlformats.org/officeDocument/2006/docPropsVTypes">
  <Template>TM04033919[[fn=Circuit]]</Template>
  <TotalTime>217</TotalTime>
  <Words>292</Words>
  <Application>Microsoft Office PowerPoint</Application>
  <PresentationFormat>Widescreen</PresentationFormat>
  <Paragraphs>40</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Tw Cen MT</vt:lpstr>
      <vt:lpstr>Circuit</vt:lpstr>
      <vt:lpstr>PRJ 100 : Fast Hex Driver</vt:lpstr>
      <vt:lpstr>Characterize</vt:lpstr>
      <vt:lpstr>5V and 555 timer</vt:lpstr>
      <vt:lpstr>555 timer Rise &amp; fall time</vt:lpstr>
      <vt:lpstr>Q Hi noise</vt:lpstr>
      <vt:lpstr>Hex inverter</vt:lpstr>
      <vt:lpstr>Thevenin resistance</vt:lpstr>
      <vt:lpstr>Time delay between peaks in the Ringing</vt:lpstr>
      <vt:lpstr>3, 50, 450Ω output impedance VS 1M at scope </vt:lpstr>
      <vt:lpstr>3, 50, 450Ω output impedance VS 50Ω at scope</vt:lpstr>
      <vt:lpstr>reflection at matched 50Ω impedance?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Jithendra HS</dc:creator>
  <cp:lastModifiedBy>Jithendra HS</cp:lastModifiedBy>
  <cp:revision>1</cp:revision>
  <dcterms:created xsi:type="dcterms:W3CDTF">2025-04-01T19:53:01Z</dcterms:created>
  <dcterms:modified xsi:type="dcterms:W3CDTF">2025-04-07T17:47:24Z</dcterms:modified>
</cp:coreProperties>
</file>